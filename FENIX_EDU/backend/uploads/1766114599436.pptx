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1" r:id="rId2"/>
  </p:sldMasterIdLst>
  <p:notesMasterIdLst>
    <p:notesMasterId r:id="rId16"/>
  </p:notesMasterIdLst>
  <p:sldIdLst>
    <p:sldId id="274" r:id="rId3"/>
    <p:sldId id="318" r:id="rId4"/>
    <p:sldId id="319" r:id="rId5"/>
    <p:sldId id="320" r:id="rId6"/>
    <p:sldId id="306" r:id="rId7"/>
    <p:sldId id="309" r:id="rId8"/>
    <p:sldId id="315" r:id="rId9"/>
    <p:sldId id="322" r:id="rId10"/>
    <p:sldId id="323" r:id="rId11"/>
    <p:sldId id="324" r:id="rId12"/>
    <p:sldId id="325" r:id="rId13"/>
    <p:sldId id="326" r:id="rId14"/>
    <p:sldId id="321" r:id="rId15"/>
  </p:sldIdLst>
  <p:sldSz cx="12192000" cy="6858000"/>
  <p:notesSz cx="7010400" cy="9296400"/>
  <p:embeddedFontLst>
    <p:embeddedFont>
      <p:font typeface="Calibri" panose="020F0502020204030204" pitchFamily="34" charset="0"/>
      <p:regular r:id="rId17"/>
      <p:bold r:id="rId18"/>
      <p:italic r:id="rId19"/>
      <p:boldItalic r:id="rId20"/>
    </p:embeddedFont>
    <p:embeddedFont>
      <p:font typeface="Montserrat" panose="00000500000000000000" pitchFamily="2" charset="-52"/>
      <p:regular r:id="rId21"/>
      <p:bold r:id="rId22"/>
      <p:italic r:id="rId23"/>
      <p:boldItalic r:id="rId24"/>
    </p:embeddedFont>
    <p:embeddedFont>
      <p:font typeface="Raleway" pitchFamily="2" charset="-52"/>
      <p:regular r:id="rId25"/>
      <p:bold r:id="rId26"/>
      <p:italic r:id="rId27"/>
      <p:boldItalic r:id="rId28"/>
    </p:embeddedFont>
    <p:embeddedFont>
      <p:font typeface="Roboto" pitchFamily="2" charset="0"/>
      <p:regular r:id="rId29"/>
      <p:bold r:id="rId30"/>
      <p:italic r:id="rId31"/>
      <p:boldItalic r:id="rId32"/>
    </p:embeddedFont>
    <p:embeddedFont>
      <p:font typeface="Roboto Light" panose="02000000000000000000"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952">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1R+VGQj6rR1j+EvdKwKzU9yZ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3C90DC"/>
    <a:srgbClr val="49B0E3"/>
    <a:srgbClr val="25AEDF"/>
    <a:srgbClr val="023A84"/>
    <a:srgbClr val="0067B1"/>
    <a:srgbClr val="EA0029"/>
    <a:srgbClr val="001A72"/>
    <a:srgbClr val="00D09A"/>
    <a:srgbClr val="6D8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CA1F69-63E4-4748-A82F-6462BE253F79}">
  <a:tblStyle styleId="{A5CA1F69-63E4-4748-A82F-6462BE253F7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D3998F9-9C8F-48FB-A58E-ADEB5E960DB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53C36B-DBC5-4B84-8AB3-5A083790369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645" autoAdjust="0"/>
  </p:normalViewPr>
  <p:slideViewPr>
    <p:cSldViewPr snapToGrid="0">
      <p:cViewPr>
        <p:scale>
          <a:sx n="75" d="100"/>
          <a:sy n="75" d="100"/>
        </p:scale>
        <p:origin x="2796" y="1932"/>
      </p:cViewPr>
      <p:guideLst>
        <p:guide orient="horz" pos="2160"/>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52"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56"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6725"/>
          </a:xfrm>
          <a:prstGeom prst="rect">
            <a:avLst/>
          </a:prstGeom>
          <a:noFill/>
          <a:ln>
            <a:noFill/>
          </a:ln>
        </p:spPr>
        <p:txBody>
          <a:bodyPr spcFirstLastPara="1" wrap="square" lIns="93150" tIns="46550" rIns="93150" bIns="4655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70337" y="0"/>
            <a:ext cx="3038475" cy="466725"/>
          </a:xfrm>
          <a:prstGeom prst="rect">
            <a:avLst/>
          </a:prstGeom>
          <a:noFill/>
          <a:ln>
            <a:noFill/>
          </a:ln>
        </p:spPr>
        <p:txBody>
          <a:bodyPr spcFirstLastPara="1" wrap="square" lIns="93150" tIns="46550" rIns="93150" bIns="4655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675" y="4473575"/>
            <a:ext cx="5607050" cy="3660775"/>
          </a:xfrm>
          <a:prstGeom prst="rect">
            <a:avLst/>
          </a:prstGeom>
          <a:noFill/>
          <a:ln>
            <a:noFill/>
          </a:ln>
        </p:spPr>
        <p:txBody>
          <a:bodyPr spcFirstLastPara="1" wrap="square" lIns="93150" tIns="46550" rIns="93150" bIns="4655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829675"/>
            <a:ext cx="3038475" cy="466725"/>
          </a:xfrm>
          <a:prstGeom prst="rect">
            <a:avLst/>
          </a:prstGeom>
          <a:noFill/>
          <a:ln>
            <a:noFill/>
          </a:ln>
        </p:spPr>
        <p:txBody>
          <a:bodyPr spcFirstLastPara="1" wrap="square" lIns="93150" tIns="46550" rIns="93150" bIns="46550"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70337" y="8829675"/>
            <a:ext cx="3038475" cy="466725"/>
          </a:xfrm>
          <a:prstGeom prst="rect">
            <a:avLst/>
          </a:prstGeom>
          <a:noFill/>
          <a:ln>
            <a:noFill/>
          </a:ln>
        </p:spPr>
        <p:txBody>
          <a:bodyPr spcFirstLastPara="1" wrap="square" lIns="93150" tIns="46550" rIns="93150" bIns="4655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fc866f1e_0_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gb5fc866f1e_0_45:notes"/>
          <p:cNvSpPr txBox="1">
            <a:spLocks noGrp="1"/>
          </p:cNvSpPr>
          <p:nvPr>
            <p:ph type="body" idx="1"/>
          </p:nvPr>
        </p:nvSpPr>
        <p:spPr>
          <a:xfrm>
            <a:off x="701675" y="4473575"/>
            <a:ext cx="5607000" cy="3660900"/>
          </a:xfrm>
          <a:prstGeom prst="rect">
            <a:avLst/>
          </a:prstGeom>
          <a:noFill/>
          <a:ln>
            <a:noFill/>
          </a:ln>
        </p:spPr>
        <p:txBody>
          <a:bodyPr spcFirstLastPara="1" wrap="square" lIns="93150" tIns="46550" rIns="93150" bIns="4655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b5fc866f1e_0_45:notes"/>
          <p:cNvSpPr txBox="1">
            <a:spLocks noGrp="1"/>
          </p:cNvSpPr>
          <p:nvPr>
            <p:ph type="sldNum" idx="12"/>
          </p:nvPr>
        </p:nvSpPr>
        <p:spPr>
          <a:xfrm>
            <a:off x="3970337" y="8829675"/>
            <a:ext cx="3038400" cy="466800"/>
          </a:xfrm>
          <a:prstGeom prst="rect">
            <a:avLst/>
          </a:prstGeom>
          <a:noFill/>
          <a:ln>
            <a:noFill/>
          </a:ln>
        </p:spPr>
        <p:txBody>
          <a:bodyPr spcFirstLastPara="1" wrap="square" lIns="93150" tIns="46550" rIns="93150" bIns="4655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pPr marL="0" lvl="0" indent="0" algn="r" rtl="0">
                <a:lnSpc>
                  <a:spcPct val="100000"/>
                </a:lnSpc>
                <a:spcBef>
                  <a:spcPts val="0"/>
                </a:spcBef>
                <a:spcAft>
                  <a:spcPts val="0"/>
                </a:spcAft>
                <a:buClr>
                  <a:srgbClr val="000000"/>
                </a:buClr>
                <a:buSzPts val="1200"/>
                <a:buFont typeface="Calibri"/>
                <a:buNone/>
              </a:pPr>
              <a:t>1</a:t>
            </a:fld>
            <a:endParaRPr sz="1400">
              <a:latin typeface="Arial"/>
              <a:ea typeface="Arial"/>
              <a:cs typeface="Arial"/>
              <a:sym typeface="Arial"/>
            </a:endParaRPr>
          </a:p>
        </p:txBody>
      </p:sp>
    </p:spTree>
    <p:extLst>
      <p:ext uri="{BB962C8B-B14F-4D97-AF65-F5344CB8AC3E}">
        <p14:creationId xmlns:p14="http://schemas.microsoft.com/office/powerpoint/2010/main" val="3477763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fc866f1e_0_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gb5fc866f1e_0_45:notes"/>
          <p:cNvSpPr txBox="1">
            <a:spLocks noGrp="1"/>
          </p:cNvSpPr>
          <p:nvPr>
            <p:ph type="body" idx="1"/>
          </p:nvPr>
        </p:nvSpPr>
        <p:spPr>
          <a:xfrm>
            <a:off x="701675" y="4473575"/>
            <a:ext cx="5607000" cy="3660900"/>
          </a:xfrm>
          <a:prstGeom prst="rect">
            <a:avLst/>
          </a:prstGeom>
          <a:noFill/>
          <a:ln>
            <a:noFill/>
          </a:ln>
        </p:spPr>
        <p:txBody>
          <a:bodyPr spcFirstLastPara="1" wrap="square" lIns="93150" tIns="46550" rIns="93150" bIns="4655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b5fc866f1e_0_45:notes"/>
          <p:cNvSpPr txBox="1">
            <a:spLocks noGrp="1"/>
          </p:cNvSpPr>
          <p:nvPr>
            <p:ph type="sldNum" idx="12"/>
          </p:nvPr>
        </p:nvSpPr>
        <p:spPr>
          <a:xfrm>
            <a:off x="3970337" y="8829675"/>
            <a:ext cx="3038400" cy="466800"/>
          </a:xfrm>
          <a:prstGeom prst="rect">
            <a:avLst/>
          </a:prstGeom>
          <a:noFill/>
          <a:ln>
            <a:noFill/>
          </a:ln>
        </p:spPr>
        <p:txBody>
          <a:bodyPr spcFirstLastPara="1" wrap="square" lIns="93150" tIns="46550" rIns="93150" bIns="4655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pPr marL="0" lvl="0" indent="0" algn="r" rtl="0">
                <a:lnSpc>
                  <a:spcPct val="100000"/>
                </a:lnSpc>
                <a:spcBef>
                  <a:spcPts val="0"/>
                </a:spcBef>
                <a:spcAft>
                  <a:spcPts val="0"/>
                </a:spcAft>
                <a:buClr>
                  <a:srgbClr val="000000"/>
                </a:buClr>
                <a:buSzPts val="1200"/>
                <a:buFont typeface="Calibri"/>
                <a:buNone/>
              </a:pPr>
              <a:t>2</a:t>
            </a:fld>
            <a:endParaRPr sz="1400">
              <a:latin typeface="Arial"/>
              <a:ea typeface="Arial"/>
              <a:cs typeface="Arial"/>
              <a:sym typeface="Arial"/>
            </a:endParaRPr>
          </a:p>
        </p:txBody>
      </p:sp>
    </p:spTree>
    <p:extLst>
      <p:ext uri="{BB962C8B-B14F-4D97-AF65-F5344CB8AC3E}">
        <p14:creationId xmlns:p14="http://schemas.microsoft.com/office/powerpoint/2010/main" val="3221457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fc866f1e_0_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gb5fc866f1e_0_45:notes"/>
          <p:cNvSpPr txBox="1">
            <a:spLocks noGrp="1"/>
          </p:cNvSpPr>
          <p:nvPr>
            <p:ph type="body" idx="1"/>
          </p:nvPr>
        </p:nvSpPr>
        <p:spPr>
          <a:xfrm>
            <a:off x="701675" y="4473575"/>
            <a:ext cx="5607000" cy="3660900"/>
          </a:xfrm>
          <a:prstGeom prst="rect">
            <a:avLst/>
          </a:prstGeom>
          <a:noFill/>
          <a:ln>
            <a:noFill/>
          </a:ln>
        </p:spPr>
        <p:txBody>
          <a:bodyPr spcFirstLastPara="1" wrap="square" lIns="93150" tIns="46550" rIns="93150" bIns="4655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b5fc866f1e_0_45:notes"/>
          <p:cNvSpPr txBox="1">
            <a:spLocks noGrp="1"/>
          </p:cNvSpPr>
          <p:nvPr>
            <p:ph type="sldNum" idx="12"/>
          </p:nvPr>
        </p:nvSpPr>
        <p:spPr>
          <a:xfrm>
            <a:off x="3970337" y="8829675"/>
            <a:ext cx="3038400" cy="466800"/>
          </a:xfrm>
          <a:prstGeom prst="rect">
            <a:avLst/>
          </a:prstGeom>
          <a:noFill/>
          <a:ln>
            <a:noFill/>
          </a:ln>
        </p:spPr>
        <p:txBody>
          <a:bodyPr spcFirstLastPara="1" wrap="square" lIns="93150" tIns="46550" rIns="93150" bIns="4655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pPr marL="0" lvl="0" indent="0" algn="r" rtl="0">
                <a:lnSpc>
                  <a:spcPct val="100000"/>
                </a:lnSpc>
                <a:spcBef>
                  <a:spcPts val="0"/>
                </a:spcBef>
                <a:spcAft>
                  <a:spcPts val="0"/>
                </a:spcAft>
                <a:buClr>
                  <a:srgbClr val="000000"/>
                </a:buClr>
                <a:buSzPts val="1200"/>
                <a:buFont typeface="Calibri"/>
                <a:buNone/>
              </a:pPr>
              <a:t>3</a:t>
            </a:fld>
            <a:endParaRPr sz="1400">
              <a:latin typeface="Arial"/>
              <a:ea typeface="Arial"/>
              <a:cs typeface="Arial"/>
              <a:sym typeface="Arial"/>
            </a:endParaRPr>
          </a:p>
        </p:txBody>
      </p:sp>
    </p:spTree>
    <p:extLst>
      <p:ext uri="{BB962C8B-B14F-4D97-AF65-F5344CB8AC3E}">
        <p14:creationId xmlns:p14="http://schemas.microsoft.com/office/powerpoint/2010/main" val="903261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fc866f1e_0_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gb5fc866f1e_0_45:notes"/>
          <p:cNvSpPr txBox="1">
            <a:spLocks noGrp="1"/>
          </p:cNvSpPr>
          <p:nvPr>
            <p:ph type="body" idx="1"/>
          </p:nvPr>
        </p:nvSpPr>
        <p:spPr>
          <a:xfrm>
            <a:off x="701675" y="4473575"/>
            <a:ext cx="5607000" cy="3660900"/>
          </a:xfrm>
          <a:prstGeom prst="rect">
            <a:avLst/>
          </a:prstGeom>
          <a:noFill/>
          <a:ln>
            <a:noFill/>
          </a:ln>
        </p:spPr>
        <p:txBody>
          <a:bodyPr spcFirstLastPara="1" wrap="square" lIns="93150" tIns="46550" rIns="93150" bIns="4655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b5fc866f1e_0_45:notes"/>
          <p:cNvSpPr txBox="1">
            <a:spLocks noGrp="1"/>
          </p:cNvSpPr>
          <p:nvPr>
            <p:ph type="sldNum" idx="12"/>
          </p:nvPr>
        </p:nvSpPr>
        <p:spPr>
          <a:xfrm>
            <a:off x="3970337" y="8829675"/>
            <a:ext cx="3038400" cy="466800"/>
          </a:xfrm>
          <a:prstGeom prst="rect">
            <a:avLst/>
          </a:prstGeom>
          <a:noFill/>
          <a:ln>
            <a:noFill/>
          </a:ln>
        </p:spPr>
        <p:txBody>
          <a:bodyPr spcFirstLastPara="1" wrap="square" lIns="93150" tIns="46550" rIns="93150" bIns="4655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pPr marL="0" lvl="0" indent="0" algn="r" rtl="0">
                <a:lnSpc>
                  <a:spcPct val="100000"/>
                </a:lnSpc>
                <a:spcBef>
                  <a:spcPts val="0"/>
                </a:spcBef>
                <a:spcAft>
                  <a:spcPts val="0"/>
                </a:spcAft>
                <a:buClr>
                  <a:srgbClr val="000000"/>
                </a:buClr>
                <a:buSzPts val="1200"/>
                <a:buFont typeface="Calibri"/>
                <a:buNone/>
              </a:pPr>
              <a:t>4</a:t>
            </a:fld>
            <a:endParaRPr sz="1400">
              <a:latin typeface="Arial"/>
              <a:ea typeface="Arial"/>
              <a:cs typeface="Arial"/>
              <a:sym typeface="Arial"/>
            </a:endParaRPr>
          </a:p>
        </p:txBody>
      </p:sp>
    </p:spTree>
    <p:extLst>
      <p:ext uri="{BB962C8B-B14F-4D97-AF65-F5344CB8AC3E}">
        <p14:creationId xmlns:p14="http://schemas.microsoft.com/office/powerpoint/2010/main" val="3840757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4_Title Slide">
  <p:cSld name="24_Title Slide">
    <p:spTree>
      <p:nvGrpSpPr>
        <p:cNvPr id="1" name="Shape 10"/>
        <p:cNvGrpSpPr/>
        <p:nvPr/>
      </p:nvGrpSpPr>
      <p:grpSpPr>
        <a:xfrm>
          <a:off x="0" y="0"/>
          <a:ext cx="0" cy="0"/>
          <a:chOff x="0" y="0"/>
          <a:chExt cx="0" cy="0"/>
        </a:xfrm>
      </p:grpSpPr>
      <p:sp>
        <p:nvSpPr>
          <p:cNvPr id="11" name="Google Shape;11;p8"/>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BFBFBF"/>
              </a:buClr>
              <a:buSzPts val="1400"/>
              <a:buFont typeface="Arial"/>
              <a:buNone/>
              <a:defRPr sz="1400" b="0" i="0" u="none" strike="noStrike" cap="none">
                <a:solidFill>
                  <a:srgbClr val="BFBFB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12" name="Google Shape;12;p8"/>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3"/>
        <p:cNvGrpSpPr/>
        <p:nvPr/>
      </p:nvGrpSpPr>
      <p:grpSpPr>
        <a:xfrm>
          <a:off x="0" y="0"/>
          <a:ext cx="0" cy="0"/>
          <a:chOff x="0" y="0"/>
          <a:chExt cx="0" cy="0"/>
        </a:xfrm>
      </p:grpSpPr>
      <p:sp>
        <p:nvSpPr>
          <p:cNvPr id="14" name="Google Shape;14;p9"/>
          <p:cNvSpPr>
            <a:spLocks noGrp="1"/>
          </p:cNvSpPr>
          <p:nvPr>
            <p:ph type="pic" idx="2"/>
          </p:nvPr>
        </p:nvSpPr>
        <p:spPr>
          <a:xfrm>
            <a:off x="0"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1_Blank">
  <p:cSld name="21_Blank">
    <p:spTree>
      <p:nvGrpSpPr>
        <p:cNvPr id="1" name="Shape 15"/>
        <p:cNvGrpSpPr/>
        <p:nvPr/>
      </p:nvGrpSpPr>
      <p:grpSpPr>
        <a:xfrm>
          <a:off x="0" y="0"/>
          <a:ext cx="0" cy="0"/>
          <a:chOff x="0" y="0"/>
          <a:chExt cx="0" cy="0"/>
        </a:xfrm>
      </p:grpSpPr>
      <p:sp>
        <p:nvSpPr>
          <p:cNvPr id="16" name="Google Shape;16;p14"/>
          <p:cNvSpPr>
            <a:spLocks noGrp="1"/>
          </p:cNvSpPr>
          <p:nvPr>
            <p:ph type="pic" idx="2"/>
          </p:nvPr>
        </p:nvSpPr>
        <p:spPr>
          <a:xfrm>
            <a:off x="8752114" y="0"/>
            <a:ext cx="3439886"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17"/>
        <p:cNvGrpSpPr/>
        <p:nvPr/>
      </p:nvGrpSpPr>
      <p:grpSpPr>
        <a:xfrm>
          <a:off x="0" y="0"/>
          <a:ext cx="0" cy="0"/>
          <a:chOff x="0" y="0"/>
          <a:chExt cx="0" cy="0"/>
        </a:xfrm>
      </p:grpSpPr>
      <p:sp>
        <p:nvSpPr>
          <p:cNvPr id="18" name="Google Shape;18;p15"/>
          <p:cNvSpPr>
            <a:spLocks noGrp="1"/>
          </p:cNvSpPr>
          <p:nvPr>
            <p:ph type="pic" idx="2"/>
          </p:nvPr>
        </p:nvSpPr>
        <p:spPr>
          <a:xfrm>
            <a:off x="588169" y="580345"/>
            <a:ext cx="11015662" cy="339725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19"/>
        <p:cNvGrpSpPr/>
        <p:nvPr/>
      </p:nvGrpSpPr>
      <p:grpSpPr>
        <a:xfrm>
          <a:off x="0" y="0"/>
          <a:ext cx="0" cy="0"/>
          <a:chOff x="0" y="0"/>
          <a:chExt cx="0" cy="0"/>
        </a:xfrm>
      </p:grpSpPr>
      <p:sp>
        <p:nvSpPr>
          <p:cNvPr id="20" name="Google Shape;20;p16"/>
          <p:cNvSpPr>
            <a:spLocks noGrp="1"/>
          </p:cNvSpPr>
          <p:nvPr>
            <p:ph type="pic" idx="2"/>
          </p:nvPr>
        </p:nvSpPr>
        <p:spPr>
          <a:xfrm>
            <a:off x="7489371" y="0"/>
            <a:ext cx="4702629"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21"/>
        <p:cNvGrpSpPr/>
        <p:nvPr/>
      </p:nvGrpSpPr>
      <p:grpSpPr>
        <a:xfrm>
          <a:off x="0" y="0"/>
          <a:ext cx="0" cy="0"/>
          <a:chOff x="0" y="0"/>
          <a:chExt cx="0" cy="0"/>
        </a:xfrm>
      </p:grpSpPr>
      <p:sp>
        <p:nvSpPr>
          <p:cNvPr id="22" name="Google Shape;22;p17"/>
          <p:cNvSpPr>
            <a:spLocks noGrp="1"/>
          </p:cNvSpPr>
          <p:nvPr>
            <p:ph type="pic" idx="2"/>
          </p:nvPr>
        </p:nvSpPr>
        <p:spPr>
          <a:xfrm>
            <a:off x="1"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23"/>
        <p:cNvGrpSpPr/>
        <p:nvPr/>
      </p:nvGrpSpPr>
      <p:grpSpPr>
        <a:xfrm>
          <a:off x="0" y="0"/>
          <a:ext cx="0" cy="0"/>
          <a:chOff x="0" y="0"/>
          <a:chExt cx="0" cy="0"/>
        </a:xfrm>
      </p:grpSpPr>
      <p:sp>
        <p:nvSpPr>
          <p:cNvPr id="24" name="Google Shape;24;p18"/>
          <p:cNvSpPr>
            <a:spLocks noGrp="1"/>
          </p:cNvSpPr>
          <p:nvPr>
            <p:ph type="pic" idx="2"/>
          </p:nvPr>
        </p:nvSpPr>
        <p:spPr>
          <a:xfrm>
            <a:off x="7329487" y="0"/>
            <a:ext cx="4862513"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25"/>
        <p:cNvGrpSpPr/>
        <p:nvPr/>
      </p:nvGrpSpPr>
      <p:grpSpPr>
        <a:xfrm>
          <a:off x="0" y="0"/>
          <a:ext cx="0" cy="0"/>
          <a:chOff x="0" y="0"/>
          <a:chExt cx="0" cy="0"/>
        </a:xfrm>
      </p:grpSpPr>
      <p:sp>
        <p:nvSpPr>
          <p:cNvPr id="26" name="Google Shape;26;p19"/>
          <p:cNvSpPr>
            <a:spLocks noGrp="1"/>
          </p:cNvSpPr>
          <p:nvPr>
            <p:ph type="pic" idx="2"/>
          </p:nvPr>
        </p:nvSpPr>
        <p:spPr>
          <a:xfrm>
            <a:off x="6609761" y="1303502"/>
            <a:ext cx="4621907" cy="4250996"/>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00"/>
              <a:buFont typeface="Arial"/>
              <a:buChar char="•"/>
              <a:defRPr sz="10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27"/>
        <p:cNvGrpSpPr/>
        <p:nvPr/>
      </p:nvGrpSpPr>
      <p:grpSpPr>
        <a:xfrm>
          <a:off x="0" y="0"/>
          <a:ext cx="0" cy="0"/>
          <a:chOff x="0" y="0"/>
          <a:chExt cx="0" cy="0"/>
        </a:xfrm>
      </p:grpSpPr>
      <p:sp>
        <p:nvSpPr>
          <p:cNvPr id="28" name="Google Shape;28;p20"/>
          <p:cNvSpPr>
            <a:spLocks noGrp="1"/>
          </p:cNvSpPr>
          <p:nvPr>
            <p:ph type="pic" idx="2"/>
          </p:nvPr>
        </p:nvSpPr>
        <p:spPr>
          <a:xfrm>
            <a:off x="1320800" y="812800"/>
            <a:ext cx="3759200" cy="5232400"/>
          </a:xfrm>
          <a:prstGeom prst="rect">
            <a:avLst/>
          </a:prstGeom>
          <a:solidFill>
            <a:srgbClr val="F2F2F2">
              <a:alpha val="68627"/>
            </a:srgbClr>
          </a:solidFill>
          <a:ln>
            <a:noFill/>
          </a:ln>
          <a:effectLst>
            <a:outerShdw blurRad="469900" dist="279400" sx="96000" sy="96000" algn="l" rotWithShape="0">
              <a:srgbClr val="000000">
                <a:alpha val="26666"/>
              </a:srgbClr>
            </a:outerShdw>
          </a:effectLst>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29"/>
        <p:cNvGrpSpPr/>
        <p:nvPr/>
      </p:nvGrpSpPr>
      <p:grpSpPr>
        <a:xfrm>
          <a:off x="0" y="0"/>
          <a:ext cx="0" cy="0"/>
          <a:chOff x="0" y="0"/>
          <a:chExt cx="0" cy="0"/>
        </a:xfrm>
      </p:grpSpPr>
      <p:sp>
        <p:nvSpPr>
          <p:cNvPr id="30" name="Google Shape;30;p21"/>
          <p:cNvSpPr>
            <a:spLocks noGrp="1"/>
          </p:cNvSpPr>
          <p:nvPr>
            <p:ph type="pic" idx="2"/>
          </p:nvPr>
        </p:nvSpPr>
        <p:spPr>
          <a:xfrm>
            <a:off x="0" y="0"/>
            <a:ext cx="6052457"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1"/>
        <p:cNvGrpSpPr/>
        <p:nvPr/>
      </p:nvGrpSpPr>
      <p:grpSpPr>
        <a:xfrm>
          <a:off x="0" y="0"/>
          <a:ext cx="0" cy="0"/>
          <a:chOff x="0" y="0"/>
          <a:chExt cx="0" cy="0"/>
        </a:xfrm>
      </p:grpSpPr>
      <p:sp>
        <p:nvSpPr>
          <p:cNvPr id="32" name="Google Shape;32;p22"/>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BFBFBF"/>
              </a:buClr>
              <a:buSzPts val="1400"/>
              <a:buFont typeface="Arial"/>
              <a:buNone/>
              <a:defRPr sz="1400" b="0" i="0" u="none" strike="noStrike" cap="none">
                <a:solidFill>
                  <a:srgbClr val="BFBFB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33" name="Google Shape;33;p22"/>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 name="Google Shape;34;p22"/>
          <p:cNvSpPr>
            <a:spLocks noGrp="1"/>
          </p:cNvSpPr>
          <p:nvPr>
            <p:ph type="pic" idx="2"/>
          </p:nvPr>
        </p:nvSpPr>
        <p:spPr>
          <a:xfrm>
            <a:off x="0" y="2237232"/>
            <a:ext cx="12192000" cy="2694432"/>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5_Blank">
  <p:cSld name="55_Blank">
    <p:spTree>
      <p:nvGrpSpPr>
        <p:cNvPr id="1" name="Shape 35"/>
        <p:cNvGrpSpPr/>
        <p:nvPr/>
      </p:nvGrpSpPr>
      <p:grpSpPr>
        <a:xfrm>
          <a:off x="0" y="0"/>
          <a:ext cx="0" cy="0"/>
          <a:chOff x="0" y="0"/>
          <a:chExt cx="0" cy="0"/>
        </a:xfrm>
      </p:grpSpPr>
      <p:sp>
        <p:nvSpPr>
          <p:cNvPr id="36" name="Google Shape;36;p23"/>
          <p:cNvSpPr>
            <a:spLocks noGrp="1"/>
          </p:cNvSpPr>
          <p:nvPr>
            <p:ph type="pic" idx="2"/>
          </p:nvPr>
        </p:nvSpPr>
        <p:spPr>
          <a:xfrm>
            <a:off x="8572500" y="0"/>
            <a:ext cx="36195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7_Full Image">
  <p:cSld name="17_Full Image">
    <p:spTree>
      <p:nvGrpSpPr>
        <p:cNvPr id="1" name="Shape 37"/>
        <p:cNvGrpSpPr/>
        <p:nvPr/>
      </p:nvGrpSpPr>
      <p:grpSpPr>
        <a:xfrm>
          <a:off x="0" y="0"/>
          <a:ext cx="0" cy="0"/>
          <a:chOff x="0" y="0"/>
          <a:chExt cx="0" cy="0"/>
        </a:xfrm>
      </p:grpSpPr>
      <p:sp>
        <p:nvSpPr>
          <p:cNvPr id="38" name="Google Shape;38;p24"/>
          <p:cNvSpPr>
            <a:spLocks noGrp="1"/>
          </p:cNvSpPr>
          <p:nvPr>
            <p:ph type="pic" idx="2"/>
          </p:nvPr>
        </p:nvSpPr>
        <p:spPr>
          <a:xfrm>
            <a:off x="-1" y="0"/>
            <a:ext cx="8245958"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54_Blank">
  <p:cSld name="54_Blank">
    <p:spTree>
      <p:nvGrpSpPr>
        <p:cNvPr id="1" name="Shape 39"/>
        <p:cNvGrpSpPr/>
        <p:nvPr/>
      </p:nvGrpSpPr>
      <p:grpSpPr>
        <a:xfrm>
          <a:off x="0" y="0"/>
          <a:ext cx="0" cy="0"/>
          <a:chOff x="0" y="0"/>
          <a:chExt cx="0" cy="0"/>
        </a:xfrm>
      </p:grpSpPr>
      <p:sp>
        <p:nvSpPr>
          <p:cNvPr id="40" name="Google Shape;40;p25"/>
          <p:cNvSpPr>
            <a:spLocks noGrp="1"/>
          </p:cNvSpPr>
          <p:nvPr>
            <p:ph type="pic" idx="2"/>
          </p:nvPr>
        </p:nvSpPr>
        <p:spPr>
          <a:xfrm>
            <a:off x="914400" y="938717"/>
            <a:ext cx="3696512" cy="4978400"/>
          </a:xfrm>
          <a:prstGeom prst="rect">
            <a:avLst/>
          </a:prstGeom>
          <a:solidFill>
            <a:srgbClr val="F2F2F2">
              <a:alpha val="68627"/>
            </a:srgbClr>
          </a:solidFill>
          <a:ln>
            <a:noFill/>
          </a:ln>
          <a:effectLst>
            <a:outerShdw blurRad="457200" dist="558800" dir="5400000" sx="92000" sy="92000" algn="t" rotWithShape="0">
              <a:srgbClr val="000000">
                <a:alpha val="30588"/>
              </a:srgbClr>
            </a:outerShdw>
          </a:effectLst>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53_Blank">
  <p:cSld name="53_Blank">
    <p:spTree>
      <p:nvGrpSpPr>
        <p:cNvPr id="1" name="Shape 41"/>
        <p:cNvGrpSpPr/>
        <p:nvPr/>
      </p:nvGrpSpPr>
      <p:grpSpPr>
        <a:xfrm>
          <a:off x="0" y="0"/>
          <a:ext cx="0" cy="0"/>
          <a:chOff x="0" y="0"/>
          <a:chExt cx="0" cy="0"/>
        </a:xfrm>
      </p:grpSpPr>
      <p:sp>
        <p:nvSpPr>
          <p:cNvPr id="42" name="Google Shape;42;p26"/>
          <p:cNvSpPr>
            <a:spLocks noGrp="1"/>
          </p:cNvSpPr>
          <p:nvPr>
            <p:ph type="pic" idx="2"/>
          </p:nvPr>
        </p:nvSpPr>
        <p:spPr>
          <a:xfrm>
            <a:off x="1468533" y="1821937"/>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43" name="Google Shape;43;p26"/>
          <p:cNvSpPr>
            <a:spLocks noGrp="1"/>
          </p:cNvSpPr>
          <p:nvPr>
            <p:ph type="pic" idx="3"/>
          </p:nvPr>
        </p:nvSpPr>
        <p:spPr>
          <a:xfrm>
            <a:off x="1468533" y="3778135"/>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44" name="Google Shape;44;p26"/>
          <p:cNvSpPr>
            <a:spLocks noGrp="1"/>
          </p:cNvSpPr>
          <p:nvPr>
            <p:ph type="pic" idx="4"/>
          </p:nvPr>
        </p:nvSpPr>
        <p:spPr>
          <a:xfrm>
            <a:off x="9809067" y="2758563"/>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45" name="Google Shape;45;p26"/>
          <p:cNvSpPr>
            <a:spLocks noGrp="1"/>
          </p:cNvSpPr>
          <p:nvPr>
            <p:ph type="pic" idx="5"/>
          </p:nvPr>
        </p:nvSpPr>
        <p:spPr>
          <a:xfrm>
            <a:off x="9809067" y="4664472"/>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46" name="Google Shape;46;p26"/>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7F7F7F"/>
              </a:buClr>
              <a:buSzPts val="1400"/>
              <a:buFont typeface="Arial"/>
              <a:buNone/>
              <a:defRPr sz="1400" b="0" i="0" u="none" strike="noStrike" cap="none">
                <a:solidFill>
                  <a:srgbClr val="7F7F7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47" name="Google Shape;47;p26"/>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2_Blank">
  <p:cSld name="52_Blank">
    <p:spTree>
      <p:nvGrpSpPr>
        <p:cNvPr id="1" name="Shape 48"/>
        <p:cNvGrpSpPr/>
        <p:nvPr/>
      </p:nvGrpSpPr>
      <p:grpSpPr>
        <a:xfrm>
          <a:off x="0" y="0"/>
          <a:ext cx="0" cy="0"/>
          <a:chOff x="0" y="0"/>
          <a:chExt cx="0" cy="0"/>
        </a:xfrm>
      </p:grpSpPr>
      <p:sp>
        <p:nvSpPr>
          <p:cNvPr id="49" name="Google Shape;49;p27"/>
          <p:cNvSpPr>
            <a:spLocks noGrp="1"/>
          </p:cNvSpPr>
          <p:nvPr>
            <p:ph type="pic" idx="2"/>
          </p:nvPr>
        </p:nvSpPr>
        <p:spPr>
          <a:xfrm>
            <a:off x="0" y="2603500"/>
            <a:ext cx="12192000" cy="38227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51_Blank">
  <p:cSld name="51_Blank">
    <p:spTree>
      <p:nvGrpSpPr>
        <p:cNvPr id="1" name="Shape 50"/>
        <p:cNvGrpSpPr/>
        <p:nvPr/>
      </p:nvGrpSpPr>
      <p:grpSpPr>
        <a:xfrm>
          <a:off x="0" y="0"/>
          <a:ext cx="0" cy="0"/>
          <a:chOff x="0" y="0"/>
          <a:chExt cx="0" cy="0"/>
        </a:xfrm>
      </p:grpSpPr>
      <p:sp>
        <p:nvSpPr>
          <p:cNvPr id="51" name="Google Shape;51;p28"/>
          <p:cNvSpPr>
            <a:spLocks noGrp="1"/>
          </p:cNvSpPr>
          <p:nvPr>
            <p:ph type="pic" idx="2"/>
          </p:nvPr>
        </p:nvSpPr>
        <p:spPr>
          <a:xfrm>
            <a:off x="6426557" y="2833353"/>
            <a:ext cx="4945487" cy="3464416"/>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50_Blank">
  <p:cSld name="50_Blank">
    <p:spTree>
      <p:nvGrpSpPr>
        <p:cNvPr id="1" name="Shape 52"/>
        <p:cNvGrpSpPr/>
        <p:nvPr/>
      </p:nvGrpSpPr>
      <p:grpSpPr>
        <a:xfrm>
          <a:off x="0" y="0"/>
          <a:ext cx="0" cy="0"/>
          <a:chOff x="0" y="0"/>
          <a:chExt cx="0" cy="0"/>
        </a:xfrm>
      </p:grpSpPr>
      <p:sp>
        <p:nvSpPr>
          <p:cNvPr id="53" name="Google Shape;53;p29"/>
          <p:cNvSpPr>
            <a:spLocks noGrp="1"/>
          </p:cNvSpPr>
          <p:nvPr>
            <p:ph type="pic" idx="2"/>
          </p:nvPr>
        </p:nvSpPr>
        <p:spPr>
          <a:xfrm>
            <a:off x="0" y="0"/>
            <a:ext cx="8288338"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54"/>
        <p:cNvGrpSpPr/>
        <p:nvPr/>
      </p:nvGrpSpPr>
      <p:grpSpPr>
        <a:xfrm>
          <a:off x="0" y="0"/>
          <a:ext cx="0" cy="0"/>
          <a:chOff x="0" y="0"/>
          <a:chExt cx="0" cy="0"/>
        </a:xfrm>
      </p:grpSpPr>
      <p:sp>
        <p:nvSpPr>
          <p:cNvPr id="55" name="Google Shape;55;p30"/>
          <p:cNvSpPr>
            <a:spLocks noGrp="1"/>
          </p:cNvSpPr>
          <p:nvPr>
            <p:ph type="pic" idx="2"/>
          </p:nvPr>
        </p:nvSpPr>
        <p:spPr>
          <a:xfrm>
            <a:off x="5026542" y="889000"/>
            <a:ext cx="7025758" cy="5465768"/>
          </a:xfrm>
          <a:prstGeom prst="rect">
            <a:avLst/>
          </a:prstGeom>
          <a:solidFill>
            <a:srgbClr val="E1E9EA">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56"/>
        <p:cNvGrpSpPr/>
        <p:nvPr/>
      </p:nvGrpSpPr>
      <p:grpSpPr>
        <a:xfrm>
          <a:off x="0" y="0"/>
          <a:ext cx="0" cy="0"/>
          <a:chOff x="0" y="0"/>
          <a:chExt cx="0" cy="0"/>
        </a:xfrm>
      </p:grpSpPr>
      <p:sp>
        <p:nvSpPr>
          <p:cNvPr id="57" name="Google Shape;57;p31"/>
          <p:cNvSpPr>
            <a:spLocks noGrp="1"/>
          </p:cNvSpPr>
          <p:nvPr>
            <p:ph type="pic" idx="2"/>
          </p:nvPr>
        </p:nvSpPr>
        <p:spPr>
          <a:xfrm>
            <a:off x="0" y="781844"/>
            <a:ext cx="12192000" cy="5294312"/>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58"/>
        <p:cNvGrpSpPr/>
        <p:nvPr/>
      </p:nvGrpSpPr>
      <p:grpSpPr>
        <a:xfrm>
          <a:off x="0" y="0"/>
          <a:ext cx="0" cy="0"/>
          <a:chOff x="0" y="0"/>
          <a:chExt cx="0" cy="0"/>
        </a:xfrm>
      </p:grpSpPr>
      <p:sp>
        <p:nvSpPr>
          <p:cNvPr id="59" name="Google Shape;59;p32"/>
          <p:cNvSpPr>
            <a:spLocks noGrp="1"/>
          </p:cNvSpPr>
          <p:nvPr>
            <p:ph type="pic" idx="2"/>
          </p:nvPr>
        </p:nvSpPr>
        <p:spPr>
          <a:xfrm>
            <a:off x="0"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6_Title Slide">
  <p:cSld name="26_Title Slide">
    <p:spTree>
      <p:nvGrpSpPr>
        <p:cNvPr id="1" name="Shape 60"/>
        <p:cNvGrpSpPr/>
        <p:nvPr/>
      </p:nvGrpSpPr>
      <p:grpSpPr>
        <a:xfrm>
          <a:off x="0" y="0"/>
          <a:ext cx="0" cy="0"/>
          <a:chOff x="0" y="0"/>
          <a:chExt cx="0" cy="0"/>
        </a:xfrm>
      </p:grpSpPr>
      <p:sp>
        <p:nvSpPr>
          <p:cNvPr id="61" name="Google Shape;61;p33"/>
          <p:cNvSpPr>
            <a:spLocks noGrp="1"/>
          </p:cNvSpPr>
          <p:nvPr>
            <p:ph type="pic" idx="2"/>
          </p:nvPr>
        </p:nvSpPr>
        <p:spPr>
          <a:xfrm>
            <a:off x="0"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62" name="Google Shape;62;p33"/>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63" name="Google Shape;63;p33"/>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chemeClr val="lt1"/>
              </a:buClr>
              <a:buSzPts val="4267"/>
              <a:buFont typeface="Roboto"/>
              <a:buNone/>
              <a:defRPr sz="4267" b="0" i="0" u="none" strike="noStrike" cap="none">
                <a:solidFill>
                  <a:schemeClr val="lt1"/>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1_Blank">
  <p:cSld name="21_Blank">
    <p:spTree>
      <p:nvGrpSpPr>
        <p:cNvPr id="1" name="Shape 71"/>
        <p:cNvGrpSpPr/>
        <p:nvPr/>
      </p:nvGrpSpPr>
      <p:grpSpPr>
        <a:xfrm>
          <a:off x="0" y="0"/>
          <a:ext cx="0" cy="0"/>
          <a:chOff x="0" y="0"/>
          <a:chExt cx="0" cy="0"/>
        </a:xfrm>
      </p:grpSpPr>
      <p:sp>
        <p:nvSpPr>
          <p:cNvPr id="72" name="Google Shape;72;p34"/>
          <p:cNvSpPr>
            <a:spLocks noGrp="1"/>
          </p:cNvSpPr>
          <p:nvPr>
            <p:ph type="pic" idx="2"/>
          </p:nvPr>
        </p:nvSpPr>
        <p:spPr>
          <a:xfrm>
            <a:off x="8752114" y="0"/>
            <a:ext cx="3439886"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73"/>
        <p:cNvGrpSpPr/>
        <p:nvPr/>
      </p:nvGrpSpPr>
      <p:grpSpPr>
        <a:xfrm>
          <a:off x="0" y="0"/>
          <a:ext cx="0" cy="0"/>
          <a:chOff x="0" y="0"/>
          <a:chExt cx="0" cy="0"/>
        </a:xfrm>
      </p:grpSpPr>
      <p:sp>
        <p:nvSpPr>
          <p:cNvPr id="74" name="Google Shape;74;p35"/>
          <p:cNvSpPr>
            <a:spLocks noGrp="1"/>
          </p:cNvSpPr>
          <p:nvPr>
            <p:ph type="pic" idx="2"/>
          </p:nvPr>
        </p:nvSpPr>
        <p:spPr>
          <a:xfrm>
            <a:off x="588169" y="580345"/>
            <a:ext cx="11015662" cy="339725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75"/>
        <p:cNvGrpSpPr/>
        <p:nvPr/>
      </p:nvGrpSpPr>
      <p:grpSpPr>
        <a:xfrm>
          <a:off x="0" y="0"/>
          <a:ext cx="0" cy="0"/>
          <a:chOff x="0" y="0"/>
          <a:chExt cx="0" cy="0"/>
        </a:xfrm>
      </p:grpSpPr>
      <p:sp>
        <p:nvSpPr>
          <p:cNvPr id="76" name="Google Shape;76;p36"/>
          <p:cNvSpPr>
            <a:spLocks noGrp="1"/>
          </p:cNvSpPr>
          <p:nvPr>
            <p:ph type="pic" idx="2"/>
          </p:nvPr>
        </p:nvSpPr>
        <p:spPr>
          <a:xfrm>
            <a:off x="7489371" y="0"/>
            <a:ext cx="4702629"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77"/>
        <p:cNvGrpSpPr/>
        <p:nvPr/>
      </p:nvGrpSpPr>
      <p:grpSpPr>
        <a:xfrm>
          <a:off x="0" y="0"/>
          <a:ext cx="0" cy="0"/>
          <a:chOff x="0" y="0"/>
          <a:chExt cx="0" cy="0"/>
        </a:xfrm>
      </p:grpSpPr>
      <p:sp>
        <p:nvSpPr>
          <p:cNvPr id="78" name="Google Shape;78;p37"/>
          <p:cNvSpPr>
            <a:spLocks noGrp="1"/>
          </p:cNvSpPr>
          <p:nvPr>
            <p:ph type="pic" idx="2"/>
          </p:nvPr>
        </p:nvSpPr>
        <p:spPr>
          <a:xfrm>
            <a:off x="1"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79"/>
        <p:cNvGrpSpPr/>
        <p:nvPr/>
      </p:nvGrpSpPr>
      <p:grpSpPr>
        <a:xfrm>
          <a:off x="0" y="0"/>
          <a:ext cx="0" cy="0"/>
          <a:chOff x="0" y="0"/>
          <a:chExt cx="0" cy="0"/>
        </a:xfrm>
      </p:grpSpPr>
      <p:sp>
        <p:nvSpPr>
          <p:cNvPr id="80" name="Google Shape;80;p38"/>
          <p:cNvSpPr>
            <a:spLocks noGrp="1"/>
          </p:cNvSpPr>
          <p:nvPr>
            <p:ph type="pic" idx="2"/>
          </p:nvPr>
        </p:nvSpPr>
        <p:spPr>
          <a:xfrm>
            <a:off x="7329487" y="0"/>
            <a:ext cx="4862513"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81"/>
        <p:cNvGrpSpPr/>
        <p:nvPr/>
      </p:nvGrpSpPr>
      <p:grpSpPr>
        <a:xfrm>
          <a:off x="0" y="0"/>
          <a:ext cx="0" cy="0"/>
          <a:chOff x="0" y="0"/>
          <a:chExt cx="0" cy="0"/>
        </a:xfrm>
      </p:grpSpPr>
      <p:sp>
        <p:nvSpPr>
          <p:cNvPr id="82" name="Google Shape;82;p39"/>
          <p:cNvSpPr>
            <a:spLocks noGrp="1"/>
          </p:cNvSpPr>
          <p:nvPr>
            <p:ph type="pic" idx="2"/>
          </p:nvPr>
        </p:nvSpPr>
        <p:spPr>
          <a:xfrm>
            <a:off x="6609761" y="1303502"/>
            <a:ext cx="4621907" cy="4250996"/>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00"/>
              <a:buFont typeface="Arial"/>
              <a:buChar char="•"/>
              <a:defRPr sz="10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83"/>
        <p:cNvGrpSpPr/>
        <p:nvPr/>
      </p:nvGrpSpPr>
      <p:grpSpPr>
        <a:xfrm>
          <a:off x="0" y="0"/>
          <a:ext cx="0" cy="0"/>
          <a:chOff x="0" y="0"/>
          <a:chExt cx="0" cy="0"/>
        </a:xfrm>
      </p:grpSpPr>
      <p:sp>
        <p:nvSpPr>
          <p:cNvPr id="84" name="Google Shape;84;p40"/>
          <p:cNvSpPr>
            <a:spLocks noGrp="1"/>
          </p:cNvSpPr>
          <p:nvPr>
            <p:ph type="pic" idx="2"/>
          </p:nvPr>
        </p:nvSpPr>
        <p:spPr>
          <a:xfrm>
            <a:off x="1320800" y="812800"/>
            <a:ext cx="3759200" cy="5232400"/>
          </a:xfrm>
          <a:prstGeom prst="rect">
            <a:avLst/>
          </a:prstGeom>
          <a:solidFill>
            <a:srgbClr val="F2F2F2">
              <a:alpha val="68627"/>
            </a:srgbClr>
          </a:solidFill>
          <a:ln>
            <a:noFill/>
          </a:ln>
          <a:effectLst>
            <a:outerShdw blurRad="469900" dist="279400" sx="96000" sy="96000" algn="l" rotWithShape="0">
              <a:srgbClr val="000000">
                <a:alpha val="26666"/>
              </a:srgbClr>
            </a:outerShdw>
          </a:effectLst>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85"/>
        <p:cNvGrpSpPr/>
        <p:nvPr/>
      </p:nvGrpSpPr>
      <p:grpSpPr>
        <a:xfrm>
          <a:off x="0" y="0"/>
          <a:ext cx="0" cy="0"/>
          <a:chOff x="0" y="0"/>
          <a:chExt cx="0" cy="0"/>
        </a:xfrm>
      </p:grpSpPr>
      <p:sp>
        <p:nvSpPr>
          <p:cNvPr id="86" name="Google Shape;86;p41"/>
          <p:cNvSpPr>
            <a:spLocks noGrp="1"/>
          </p:cNvSpPr>
          <p:nvPr>
            <p:ph type="pic" idx="2"/>
          </p:nvPr>
        </p:nvSpPr>
        <p:spPr>
          <a:xfrm>
            <a:off x="0" y="0"/>
            <a:ext cx="6052457"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7"/>
        <p:cNvGrpSpPr/>
        <p:nvPr/>
      </p:nvGrpSpPr>
      <p:grpSpPr>
        <a:xfrm>
          <a:off x="0" y="0"/>
          <a:ext cx="0" cy="0"/>
          <a:chOff x="0" y="0"/>
          <a:chExt cx="0" cy="0"/>
        </a:xfrm>
      </p:grpSpPr>
      <p:sp>
        <p:nvSpPr>
          <p:cNvPr id="88" name="Google Shape;88;p42"/>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BFBFBF"/>
              </a:buClr>
              <a:buSzPts val="1400"/>
              <a:buFont typeface="Arial"/>
              <a:buNone/>
              <a:defRPr sz="1400" b="0" i="0" u="none" strike="noStrike" cap="none">
                <a:solidFill>
                  <a:srgbClr val="BFBFB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89" name="Google Shape;89;p42"/>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0" name="Google Shape;90;p42"/>
          <p:cNvSpPr>
            <a:spLocks noGrp="1"/>
          </p:cNvSpPr>
          <p:nvPr>
            <p:ph type="pic" idx="2"/>
          </p:nvPr>
        </p:nvSpPr>
        <p:spPr>
          <a:xfrm>
            <a:off x="0" y="2237232"/>
            <a:ext cx="12192000" cy="2694432"/>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55_Blank">
  <p:cSld name="55_Blank">
    <p:spTree>
      <p:nvGrpSpPr>
        <p:cNvPr id="1" name="Shape 91"/>
        <p:cNvGrpSpPr/>
        <p:nvPr/>
      </p:nvGrpSpPr>
      <p:grpSpPr>
        <a:xfrm>
          <a:off x="0" y="0"/>
          <a:ext cx="0" cy="0"/>
          <a:chOff x="0" y="0"/>
          <a:chExt cx="0" cy="0"/>
        </a:xfrm>
      </p:grpSpPr>
      <p:sp>
        <p:nvSpPr>
          <p:cNvPr id="92" name="Google Shape;92;p43"/>
          <p:cNvSpPr>
            <a:spLocks noGrp="1"/>
          </p:cNvSpPr>
          <p:nvPr>
            <p:ph type="pic" idx="2"/>
          </p:nvPr>
        </p:nvSpPr>
        <p:spPr>
          <a:xfrm>
            <a:off x="8572500" y="0"/>
            <a:ext cx="36195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7_Full Image">
  <p:cSld name="17_Full Image">
    <p:spTree>
      <p:nvGrpSpPr>
        <p:cNvPr id="1" name="Shape 93"/>
        <p:cNvGrpSpPr/>
        <p:nvPr/>
      </p:nvGrpSpPr>
      <p:grpSpPr>
        <a:xfrm>
          <a:off x="0" y="0"/>
          <a:ext cx="0" cy="0"/>
          <a:chOff x="0" y="0"/>
          <a:chExt cx="0" cy="0"/>
        </a:xfrm>
      </p:grpSpPr>
      <p:sp>
        <p:nvSpPr>
          <p:cNvPr id="94" name="Google Shape;94;p44"/>
          <p:cNvSpPr>
            <a:spLocks noGrp="1"/>
          </p:cNvSpPr>
          <p:nvPr>
            <p:ph type="pic" idx="2"/>
          </p:nvPr>
        </p:nvSpPr>
        <p:spPr>
          <a:xfrm>
            <a:off x="-1" y="0"/>
            <a:ext cx="8245958"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54_Blank">
  <p:cSld name="54_Blank">
    <p:spTree>
      <p:nvGrpSpPr>
        <p:cNvPr id="1" name="Shape 95"/>
        <p:cNvGrpSpPr/>
        <p:nvPr/>
      </p:nvGrpSpPr>
      <p:grpSpPr>
        <a:xfrm>
          <a:off x="0" y="0"/>
          <a:ext cx="0" cy="0"/>
          <a:chOff x="0" y="0"/>
          <a:chExt cx="0" cy="0"/>
        </a:xfrm>
      </p:grpSpPr>
      <p:sp>
        <p:nvSpPr>
          <p:cNvPr id="96" name="Google Shape;96;p45"/>
          <p:cNvSpPr>
            <a:spLocks noGrp="1"/>
          </p:cNvSpPr>
          <p:nvPr>
            <p:ph type="pic" idx="2"/>
          </p:nvPr>
        </p:nvSpPr>
        <p:spPr>
          <a:xfrm>
            <a:off x="914400" y="938717"/>
            <a:ext cx="3696512" cy="4978400"/>
          </a:xfrm>
          <a:prstGeom prst="rect">
            <a:avLst/>
          </a:prstGeom>
          <a:solidFill>
            <a:srgbClr val="F2F2F2">
              <a:alpha val="68627"/>
            </a:srgbClr>
          </a:solidFill>
          <a:ln>
            <a:noFill/>
          </a:ln>
          <a:effectLst>
            <a:outerShdw blurRad="457200" dist="558800" dir="5400000" sx="92000" sy="92000" algn="t" rotWithShape="0">
              <a:srgbClr val="000000">
                <a:alpha val="30588"/>
              </a:srgbClr>
            </a:outerShdw>
          </a:effectLst>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53_Blank">
  <p:cSld name="53_Blank">
    <p:spTree>
      <p:nvGrpSpPr>
        <p:cNvPr id="1" name="Shape 97"/>
        <p:cNvGrpSpPr/>
        <p:nvPr/>
      </p:nvGrpSpPr>
      <p:grpSpPr>
        <a:xfrm>
          <a:off x="0" y="0"/>
          <a:ext cx="0" cy="0"/>
          <a:chOff x="0" y="0"/>
          <a:chExt cx="0" cy="0"/>
        </a:xfrm>
      </p:grpSpPr>
      <p:sp>
        <p:nvSpPr>
          <p:cNvPr id="98" name="Google Shape;98;p46"/>
          <p:cNvSpPr>
            <a:spLocks noGrp="1"/>
          </p:cNvSpPr>
          <p:nvPr>
            <p:ph type="pic" idx="2"/>
          </p:nvPr>
        </p:nvSpPr>
        <p:spPr>
          <a:xfrm>
            <a:off x="1468533" y="1821937"/>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99" name="Google Shape;99;p46"/>
          <p:cNvSpPr>
            <a:spLocks noGrp="1"/>
          </p:cNvSpPr>
          <p:nvPr>
            <p:ph type="pic" idx="3"/>
          </p:nvPr>
        </p:nvSpPr>
        <p:spPr>
          <a:xfrm>
            <a:off x="1468533" y="3778135"/>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100" name="Google Shape;100;p46"/>
          <p:cNvSpPr>
            <a:spLocks noGrp="1"/>
          </p:cNvSpPr>
          <p:nvPr>
            <p:ph type="pic" idx="4"/>
          </p:nvPr>
        </p:nvSpPr>
        <p:spPr>
          <a:xfrm>
            <a:off x="9809067" y="2758563"/>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101" name="Google Shape;101;p46"/>
          <p:cNvSpPr>
            <a:spLocks noGrp="1"/>
          </p:cNvSpPr>
          <p:nvPr>
            <p:ph type="pic" idx="5"/>
          </p:nvPr>
        </p:nvSpPr>
        <p:spPr>
          <a:xfrm>
            <a:off x="9809067" y="4664472"/>
            <a:ext cx="914400" cy="9144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33"/>
              <a:buFont typeface="Arial"/>
              <a:buChar char="•"/>
              <a:defRPr sz="133"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102" name="Google Shape;102;p46"/>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7F7F7F"/>
              </a:buClr>
              <a:buSzPts val="1400"/>
              <a:buFont typeface="Arial"/>
              <a:buNone/>
              <a:defRPr sz="1400" b="0" i="0" u="none" strike="noStrike" cap="none">
                <a:solidFill>
                  <a:srgbClr val="7F7F7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103" name="Google Shape;103;p46"/>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2_Blank">
  <p:cSld name="52_Blank">
    <p:spTree>
      <p:nvGrpSpPr>
        <p:cNvPr id="1" name="Shape 104"/>
        <p:cNvGrpSpPr/>
        <p:nvPr/>
      </p:nvGrpSpPr>
      <p:grpSpPr>
        <a:xfrm>
          <a:off x="0" y="0"/>
          <a:ext cx="0" cy="0"/>
          <a:chOff x="0" y="0"/>
          <a:chExt cx="0" cy="0"/>
        </a:xfrm>
      </p:grpSpPr>
      <p:sp>
        <p:nvSpPr>
          <p:cNvPr id="105" name="Google Shape;105;p47"/>
          <p:cNvSpPr>
            <a:spLocks noGrp="1"/>
          </p:cNvSpPr>
          <p:nvPr>
            <p:ph type="pic" idx="2"/>
          </p:nvPr>
        </p:nvSpPr>
        <p:spPr>
          <a:xfrm>
            <a:off x="0" y="2603500"/>
            <a:ext cx="12192000" cy="38227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51_Blank">
  <p:cSld name="51_Blank">
    <p:spTree>
      <p:nvGrpSpPr>
        <p:cNvPr id="1" name="Shape 106"/>
        <p:cNvGrpSpPr/>
        <p:nvPr/>
      </p:nvGrpSpPr>
      <p:grpSpPr>
        <a:xfrm>
          <a:off x="0" y="0"/>
          <a:ext cx="0" cy="0"/>
          <a:chOff x="0" y="0"/>
          <a:chExt cx="0" cy="0"/>
        </a:xfrm>
      </p:grpSpPr>
      <p:sp>
        <p:nvSpPr>
          <p:cNvPr id="107" name="Google Shape;107;p48"/>
          <p:cNvSpPr>
            <a:spLocks noGrp="1"/>
          </p:cNvSpPr>
          <p:nvPr>
            <p:ph type="pic" idx="2"/>
          </p:nvPr>
        </p:nvSpPr>
        <p:spPr>
          <a:xfrm>
            <a:off x="6426557" y="2833353"/>
            <a:ext cx="4945487" cy="3464416"/>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50_Blank">
  <p:cSld name="50_Blank">
    <p:spTree>
      <p:nvGrpSpPr>
        <p:cNvPr id="1" name="Shape 108"/>
        <p:cNvGrpSpPr/>
        <p:nvPr/>
      </p:nvGrpSpPr>
      <p:grpSpPr>
        <a:xfrm>
          <a:off x="0" y="0"/>
          <a:ext cx="0" cy="0"/>
          <a:chOff x="0" y="0"/>
          <a:chExt cx="0" cy="0"/>
        </a:xfrm>
      </p:grpSpPr>
      <p:sp>
        <p:nvSpPr>
          <p:cNvPr id="109" name="Google Shape;109;p49"/>
          <p:cNvSpPr>
            <a:spLocks noGrp="1"/>
          </p:cNvSpPr>
          <p:nvPr>
            <p:ph type="pic" idx="2"/>
          </p:nvPr>
        </p:nvSpPr>
        <p:spPr>
          <a:xfrm>
            <a:off x="0" y="0"/>
            <a:ext cx="8288338"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110"/>
        <p:cNvGrpSpPr/>
        <p:nvPr/>
      </p:nvGrpSpPr>
      <p:grpSpPr>
        <a:xfrm>
          <a:off x="0" y="0"/>
          <a:ext cx="0" cy="0"/>
          <a:chOff x="0" y="0"/>
          <a:chExt cx="0" cy="0"/>
        </a:xfrm>
      </p:grpSpPr>
      <p:sp>
        <p:nvSpPr>
          <p:cNvPr id="111" name="Google Shape;111;p50"/>
          <p:cNvSpPr>
            <a:spLocks noGrp="1"/>
          </p:cNvSpPr>
          <p:nvPr>
            <p:ph type="pic" idx="2"/>
          </p:nvPr>
        </p:nvSpPr>
        <p:spPr>
          <a:xfrm>
            <a:off x="5026542" y="889000"/>
            <a:ext cx="7025758" cy="5465768"/>
          </a:xfrm>
          <a:prstGeom prst="rect">
            <a:avLst/>
          </a:prstGeom>
          <a:solidFill>
            <a:srgbClr val="E1E9EA">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112"/>
        <p:cNvGrpSpPr/>
        <p:nvPr/>
      </p:nvGrpSpPr>
      <p:grpSpPr>
        <a:xfrm>
          <a:off x="0" y="0"/>
          <a:ext cx="0" cy="0"/>
          <a:chOff x="0" y="0"/>
          <a:chExt cx="0" cy="0"/>
        </a:xfrm>
      </p:grpSpPr>
      <p:sp>
        <p:nvSpPr>
          <p:cNvPr id="113" name="Google Shape;113;p51"/>
          <p:cNvSpPr>
            <a:spLocks noGrp="1"/>
          </p:cNvSpPr>
          <p:nvPr>
            <p:ph type="pic" idx="2"/>
          </p:nvPr>
        </p:nvSpPr>
        <p:spPr>
          <a:xfrm>
            <a:off x="0" y="781844"/>
            <a:ext cx="12192000" cy="5294312"/>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100"/>
              <a:buFont typeface="Arial"/>
              <a:buChar char="•"/>
              <a:defRPr sz="110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114"/>
        <p:cNvGrpSpPr/>
        <p:nvPr/>
      </p:nvGrpSpPr>
      <p:grpSpPr>
        <a:xfrm>
          <a:off x="0" y="0"/>
          <a:ext cx="0" cy="0"/>
          <a:chOff x="0" y="0"/>
          <a:chExt cx="0" cy="0"/>
        </a:xfrm>
      </p:grpSpPr>
      <p:sp>
        <p:nvSpPr>
          <p:cNvPr id="115" name="Google Shape;115;p52"/>
          <p:cNvSpPr>
            <a:spLocks noGrp="1"/>
          </p:cNvSpPr>
          <p:nvPr>
            <p:ph type="pic" idx="2"/>
          </p:nvPr>
        </p:nvSpPr>
        <p:spPr>
          <a:xfrm>
            <a:off x="0"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26_Title Slide">
  <p:cSld name="26_Title Slide">
    <p:spTree>
      <p:nvGrpSpPr>
        <p:cNvPr id="1" name="Shape 116"/>
        <p:cNvGrpSpPr/>
        <p:nvPr/>
      </p:nvGrpSpPr>
      <p:grpSpPr>
        <a:xfrm>
          <a:off x="0" y="0"/>
          <a:ext cx="0" cy="0"/>
          <a:chOff x="0" y="0"/>
          <a:chExt cx="0" cy="0"/>
        </a:xfrm>
      </p:grpSpPr>
      <p:sp>
        <p:nvSpPr>
          <p:cNvPr id="117" name="Google Shape;117;p53"/>
          <p:cNvSpPr>
            <a:spLocks noGrp="1"/>
          </p:cNvSpPr>
          <p:nvPr>
            <p:ph type="pic" idx="2"/>
          </p:nvPr>
        </p:nvSpPr>
        <p:spPr>
          <a:xfrm>
            <a:off x="0" y="0"/>
            <a:ext cx="12192000" cy="6858000"/>
          </a:xfrm>
          <a:prstGeom prst="rect">
            <a:avLst/>
          </a:prstGeom>
          <a:solidFill>
            <a:srgbClr val="F2F2F2">
              <a:alpha val="68627"/>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050"/>
              <a:buFont typeface="Arial"/>
              <a:buChar char="•"/>
              <a:defRPr sz="1050" b="0" i="0" u="none" strike="noStrike" cap="none">
                <a:solidFill>
                  <a:schemeClr val="dk1"/>
                </a:solidFill>
                <a:latin typeface="Roboto"/>
                <a:ea typeface="Roboto"/>
                <a:cs typeface="Roboto"/>
                <a:sym typeface="Robo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a:ea typeface="Roboto"/>
                <a:cs typeface="Roboto"/>
                <a:sym typeface="Roboto"/>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a:ea typeface="Roboto"/>
                <a:cs typeface="Roboto"/>
                <a:sym typeface="Roboto"/>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9pPr>
          </a:lstStyle>
          <a:p>
            <a:endParaRPr/>
          </a:p>
        </p:txBody>
      </p:sp>
      <p:sp>
        <p:nvSpPr>
          <p:cNvPr id="118" name="Google Shape;118;p53"/>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119" name="Google Shape;119;p53"/>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chemeClr val="lt1"/>
              </a:buClr>
              <a:buSzPts val="4267"/>
              <a:buFont typeface="Roboto"/>
              <a:buNone/>
              <a:defRPr sz="4267" b="0" i="0" u="none" strike="noStrike" cap="none">
                <a:solidFill>
                  <a:schemeClr val="lt1"/>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24_Title Slide">
  <p:cSld name="24_Title Slide">
    <p:spTree>
      <p:nvGrpSpPr>
        <p:cNvPr id="1" name="Shape 120"/>
        <p:cNvGrpSpPr/>
        <p:nvPr/>
      </p:nvGrpSpPr>
      <p:grpSpPr>
        <a:xfrm>
          <a:off x="0" y="0"/>
          <a:ext cx="0" cy="0"/>
          <a:chOff x="0" y="0"/>
          <a:chExt cx="0" cy="0"/>
        </a:xfrm>
      </p:grpSpPr>
      <p:sp>
        <p:nvSpPr>
          <p:cNvPr id="121" name="Google Shape;121;p54"/>
          <p:cNvSpPr txBox="1">
            <a:spLocks noGrp="1"/>
          </p:cNvSpPr>
          <p:nvPr>
            <p:ph type="body" idx="1"/>
          </p:nvPr>
        </p:nvSpPr>
        <p:spPr>
          <a:xfrm>
            <a:off x="508001" y="1178427"/>
            <a:ext cx="11157817" cy="231007"/>
          </a:xfrm>
          <a:prstGeom prst="rect">
            <a:avLst/>
          </a:prstGeom>
          <a:noFill/>
          <a:ln>
            <a:noFill/>
          </a:ln>
        </p:spPr>
        <p:txBody>
          <a:bodyPr spcFirstLastPara="1" wrap="square" lIns="0" tIns="0" rIns="0" bIns="0" anchor="ctr" anchorCtr="0">
            <a:noAutofit/>
          </a:bodyPr>
          <a:lstStyle>
            <a:lvl1pPr marL="457200" marR="0" lvl="0" indent="-228600" algn="ctr" rtl="0">
              <a:lnSpc>
                <a:spcPct val="90000"/>
              </a:lnSpc>
              <a:spcBef>
                <a:spcPts val="1000"/>
              </a:spcBef>
              <a:spcAft>
                <a:spcPts val="0"/>
              </a:spcAft>
              <a:buClr>
                <a:srgbClr val="BFBFBF"/>
              </a:buClr>
              <a:buSzPts val="1400"/>
              <a:buFont typeface="Arial"/>
              <a:buNone/>
              <a:defRPr sz="1400" b="0" i="0" u="none" strike="noStrike" cap="none">
                <a:solidFill>
                  <a:srgbClr val="BFBFBF"/>
                </a:solidFill>
                <a:latin typeface="Roboto Light"/>
                <a:ea typeface="Roboto Light"/>
                <a:cs typeface="Roboto Light"/>
                <a:sym typeface="Roboto Light"/>
              </a:defRPr>
            </a:lvl1pPr>
            <a:lvl2pPr marL="914400" marR="0" lvl="1" indent="-228600" algn="l"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Roboto"/>
                <a:ea typeface="Roboto"/>
                <a:cs typeface="Roboto"/>
                <a:sym typeface="Roboto"/>
              </a:defRPr>
            </a:lvl2pPr>
            <a:lvl3pPr marL="1371600" marR="0" lvl="2" indent="-228600" algn="l" rtl="0">
              <a:lnSpc>
                <a:spcPct val="90000"/>
              </a:lnSpc>
              <a:spcBef>
                <a:spcPts val="500"/>
              </a:spcBef>
              <a:spcAft>
                <a:spcPts val="0"/>
              </a:spcAft>
              <a:buClr>
                <a:schemeClr val="dk1"/>
              </a:buClr>
              <a:buSzPts val="1333"/>
              <a:buFont typeface="Arial"/>
              <a:buNone/>
              <a:defRPr sz="1333" b="0" i="0" u="none" strike="noStrike" cap="none">
                <a:solidFill>
                  <a:schemeClr val="dk1"/>
                </a:solidFill>
                <a:latin typeface="Roboto"/>
                <a:ea typeface="Roboto"/>
                <a:cs typeface="Roboto"/>
                <a:sym typeface="Roboto"/>
              </a:defRPr>
            </a:lvl3pPr>
            <a:lvl4pPr marL="1828800" marR="0" lvl="3"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4pPr>
            <a:lvl5pPr marL="2286000" marR="0" lvl="4"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5pPr>
            <a:lvl6pPr marL="2743200" marR="0" lvl="5"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6pPr>
            <a:lvl7pPr marL="3200400" marR="0" lvl="6"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7pPr>
            <a:lvl8pPr marL="3657600" marR="0" lvl="7"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8pPr>
            <a:lvl9pPr marL="4114800" marR="0" lvl="8"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Roboto"/>
                <a:ea typeface="Roboto"/>
                <a:cs typeface="Roboto"/>
                <a:sym typeface="Roboto"/>
              </a:defRPr>
            </a:lvl9pPr>
          </a:lstStyle>
          <a:p>
            <a:endParaRPr/>
          </a:p>
        </p:txBody>
      </p:sp>
      <p:sp>
        <p:nvSpPr>
          <p:cNvPr id="122" name="Google Shape;122;p54"/>
          <p:cNvSpPr txBox="1">
            <a:spLocks noGrp="1"/>
          </p:cNvSpPr>
          <p:nvPr>
            <p:ph type="title"/>
          </p:nvPr>
        </p:nvSpPr>
        <p:spPr>
          <a:xfrm>
            <a:off x="508001" y="455085"/>
            <a:ext cx="11157817" cy="660511"/>
          </a:xfrm>
          <a:prstGeom prst="rect">
            <a:avLst/>
          </a:prstGeom>
          <a:noFill/>
          <a:ln>
            <a:noFill/>
          </a:ln>
        </p:spPr>
        <p:txBody>
          <a:bodyPr spcFirstLastPara="1" wrap="square" lIns="0" tIns="0" rIns="0" bIns="0" anchor="ctr" anchorCtr="0">
            <a:noAutofit/>
          </a:bodyPr>
          <a:lstStyle>
            <a:lvl1pPr marR="0" lvl="0" algn="ctr" rtl="0">
              <a:lnSpc>
                <a:spcPct val="90000"/>
              </a:lnSpc>
              <a:spcBef>
                <a:spcPts val="0"/>
              </a:spcBef>
              <a:spcAft>
                <a:spcPts val="0"/>
              </a:spcAft>
              <a:buClr>
                <a:srgbClr val="7F7F7F"/>
              </a:buClr>
              <a:buSzPts val="4267"/>
              <a:buFont typeface="Roboto"/>
              <a:buNone/>
              <a:defRPr sz="4267" b="0" i="0" u="none" strike="noStrike" cap="none">
                <a:solidFill>
                  <a:srgbClr val="7F7F7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7_Title Slide">
  <p:cSld name="27_Title Slide">
    <p:spTree>
      <p:nvGrpSpPr>
        <p:cNvPr id="1" name="Shape 123"/>
        <p:cNvGrpSpPr/>
        <p:nvPr/>
      </p:nvGrpSpPr>
      <p:grpSpPr>
        <a:xfrm>
          <a:off x="0" y="0"/>
          <a:ext cx="0" cy="0"/>
          <a:chOff x="0" y="0"/>
          <a:chExt cx="0" cy="0"/>
        </a:xfrm>
      </p:grpSpPr>
      <p:sp>
        <p:nvSpPr>
          <p:cNvPr id="124" name="Google Shape;124;gb7574d5ef3_5_262"/>
          <p:cNvSpPr>
            <a:spLocks noGrp="1"/>
          </p:cNvSpPr>
          <p:nvPr>
            <p:ph type="pic" idx="2"/>
          </p:nvPr>
        </p:nvSpPr>
        <p:spPr>
          <a:xfrm>
            <a:off x="0" y="0"/>
            <a:ext cx="12192000" cy="6858000"/>
          </a:xfrm>
          <a:prstGeom prst="rect">
            <a:avLst/>
          </a:prstGeom>
          <a:solidFill>
            <a:srgbClr val="F2F2F2">
              <a:alpha val="69800"/>
            </a:srgbClr>
          </a:solid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aleway"/>
                <a:ea typeface="Raleway"/>
                <a:cs typeface="Raleway"/>
                <a:sym typeface="Raleway"/>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aleway"/>
                <a:ea typeface="Raleway"/>
                <a:cs typeface="Raleway"/>
                <a:sym typeface="Raleway"/>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aleway"/>
                <a:ea typeface="Raleway"/>
                <a:cs typeface="Raleway"/>
                <a:sym typeface="Raleway"/>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25"/>
        <p:cNvGrpSpPr/>
        <p:nvPr/>
      </p:nvGrpSpPr>
      <p:grpSpPr>
        <a:xfrm>
          <a:off x="0" y="0"/>
          <a:ext cx="0" cy="0"/>
          <a:chOff x="0" y="0"/>
          <a:chExt cx="0" cy="0"/>
        </a:xfrm>
      </p:grpSpPr>
      <p:sp>
        <p:nvSpPr>
          <p:cNvPr id="126" name="Google Shape;126;gb7574d5ef3_5_534"/>
          <p:cNvSpPr>
            <a:spLocks noGrp="1"/>
          </p:cNvSpPr>
          <p:nvPr>
            <p:ph type="pic" idx="2"/>
          </p:nvPr>
        </p:nvSpPr>
        <p:spPr>
          <a:xfrm>
            <a:off x="0" y="0"/>
            <a:ext cx="12192000" cy="6858000"/>
          </a:xfrm>
          <a:prstGeom prst="rect">
            <a:avLst/>
          </a:prstGeom>
          <a:solidFill>
            <a:srgbClr val="F2F2F2">
              <a:alpha val="69800"/>
            </a:srgbClr>
          </a:solidFill>
          <a:ln>
            <a:noFill/>
          </a:ln>
        </p:spPr>
        <p:txBody>
          <a:bodyPr spcFirstLastPara="1" wrap="square" lIns="0" tIns="0" rIns="0" bIns="0" anchor="t" anchorCtr="0">
            <a:noAutofit/>
          </a:bodyPr>
          <a:lstStyle>
            <a:lvl1pPr marR="0" lvl="0" algn="l" rtl="0">
              <a:lnSpc>
                <a:spcPct val="90000"/>
              </a:lnSpc>
              <a:spcBef>
                <a:spcPts val="1000"/>
              </a:spcBef>
              <a:spcAft>
                <a:spcPts val="0"/>
              </a:spcAft>
              <a:buClr>
                <a:schemeClr val="dk1"/>
              </a:buClr>
              <a:buSzPts val="1200"/>
              <a:buFont typeface="Arial"/>
              <a:buChar char="•"/>
              <a:defRPr sz="1200" b="0" i="0" u="none" strike="noStrike" cap="none">
                <a:solidFill>
                  <a:schemeClr val="dk1"/>
                </a:solidFill>
                <a:latin typeface="Raleway"/>
                <a:ea typeface="Raleway"/>
                <a:cs typeface="Raleway"/>
                <a:sym typeface="Raleway"/>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aleway"/>
                <a:ea typeface="Raleway"/>
                <a:cs typeface="Raleway"/>
                <a:sym typeface="Raleway"/>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aleway"/>
                <a:ea typeface="Raleway"/>
                <a:cs typeface="Raleway"/>
                <a:sym typeface="Raleway"/>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aleway"/>
                <a:ea typeface="Raleway"/>
                <a:cs typeface="Raleway"/>
                <a:sym typeface="Ralewa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theme" Target="../theme/theme2.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6.png"/><Relationship Id="rId2" Type="http://schemas.openxmlformats.org/officeDocument/2006/relationships/notesSlide" Target="../notesSlides/notesSlide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3" name="Google Shape;154;gb6f6fa0e72_1_0"/>
          <p:cNvSpPr/>
          <p:nvPr/>
        </p:nvSpPr>
        <p:spPr>
          <a:xfrm rot="5400000">
            <a:off x="4800597" y="-533400"/>
            <a:ext cx="2590801" cy="12192001"/>
          </a:xfrm>
          <a:prstGeom prst="rect">
            <a:avLst/>
          </a:prstGeom>
          <a:solidFill>
            <a:srgbClr val="023A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mj-lt"/>
              <a:ea typeface="Arial"/>
              <a:cs typeface="Arial"/>
              <a:sym typeface="Arial"/>
            </a:endParaRPr>
          </a:p>
        </p:txBody>
      </p:sp>
      <p:sp>
        <p:nvSpPr>
          <p:cNvPr id="19" name="Прямоугольник 18"/>
          <p:cNvSpPr/>
          <p:nvPr/>
        </p:nvSpPr>
        <p:spPr>
          <a:xfrm>
            <a:off x="671127" y="4723596"/>
            <a:ext cx="8650673" cy="954107"/>
          </a:xfrm>
          <a:prstGeom prst="rect">
            <a:avLst/>
          </a:prstGeom>
        </p:spPr>
        <p:txBody>
          <a:bodyPr wrap="square">
            <a:spAutoFit/>
          </a:bodyPr>
          <a:lstStyle/>
          <a:p>
            <a:pPr lvl="0"/>
            <a:r>
              <a:rPr lang="ru-RU" sz="2800" b="1" dirty="0">
                <a:solidFill>
                  <a:schemeClr val="bg1"/>
                </a:solidFill>
                <a:latin typeface="+mj-lt"/>
                <a:ea typeface="Roboto" pitchFamily="2" charset="0"/>
                <a:sym typeface="Calibri"/>
              </a:rPr>
              <a:t>ПОДЗАГОЛОВОК</a:t>
            </a:r>
            <a:br>
              <a:rPr lang="ru-RU" sz="2800" b="1" dirty="0">
                <a:solidFill>
                  <a:schemeClr val="bg1"/>
                </a:solidFill>
                <a:latin typeface="+mj-lt"/>
                <a:ea typeface="Roboto" pitchFamily="2" charset="0"/>
                <a:sym typeface="Calibri"/>
              </a:rPr>
            </a:br>
            <a:r>
              <a:rPr lang="ru-RU" sz="2800" b="1" dirty="0">
                <a:solidFill>
                  <a:schemeClr val="bg1"/>
                </a:solidFill>
                <a:latin typeface="+mj-lt"/>
                <a:ea typeface="Roboto" pitchFamily="2" charset="0"/>
                <a:sym typeface="Calibri"/>
              </a:rPr>
              <a:t>(ЕСЛИ ЕСТЬ)</a:t>
            </a:r>
          </a:p>
        </p:txBody>
      </p:sp>
      <p:pic>
        <p:nvPicPr>
          <p:cNvPr id="25" name="Рисунок 24"/>
          <p:cNvPicPr>
            <a:picLocks noChangeAspect="1"/>
          </p:cNvPicPr>
          <p:nvPr/>
        </p:nvPicPr>
        <p:blipFill>
          <a:blip r:embed="rId3" cstate="print">
            <a:alphaModFix/>
            <a:extLst>
              <a:ext uri="{28A0092B-C50C-407E-A947-70E740481C1C}">
                <a14:useLocalDpi xmlns:a14="http://schemas.microsoft.com/office/drawing/2010/main" val="0"/>
              </a:ext>
            </a:extLst>
          </a:blip>
          <a:srcRect l="18382" t="5308" r="36158" b="40926"/>
          <a:stretch>
            <a:fillRect/>
          </a:stretch>
        </p:blipFill>
        <p:spPr>
          <a:xfrm>
            <a:off x="5777610" y="0"/>
            <a:ext cx="6414390" cy="4267200"/>
          </a:xfrm>
          <a:prstGeom prst="rect">
            <a:avLst/>
          </a:prstGeom>
        </p:spPr>
      </p:pic>
      <p:pic>
        <p:nvPicPr>
          <p:cNvPr id="1026" name="Picture 2" descr="C:\Users\Софья\Desktop\Приоритет 2030\ru.png"/>
          <p:cNvPicPr>
            <a:picLocks noChangeAspect="1" noChangeArrowheads="1"/>
          </p:cNvPicPr>
          <p:nvPr/>
        </p:nvPicPr>
        <p:blipFill>
          <a:blip r:embed="rId4"/>
          <a:srcRect/>
          <a:stretch>
            <a:fillRect/>
          </a:stretch>
        </p:blipFill>
        <p:spPr bwMode="auto">
          <a:xfrm>
            <a:off x="10287935" y="5424732"/>
            <a:ext cx="1179095" cy="732133"/>
          </a:xfrm>
          <a:prstGeom prst="rect">
            <a:avLst/>
          </a:prstGeom>
          <a:noFill/>
        </p:spPr>
      </p:pic>
      <p:sp>
        <p:nvSpPr>
          <p:cNvPr id="9" name="Прямоугольник 8">
            <a:extLst>
              <a:ext uri="{FF2B5EF4-FFF2-40B4-BE49-F238E27FC236}">
                <a16:creationId xmlns:a16="http://schemas.microsoft.com/office/drawing/2014/main" id="{F7C157FE-C021-45B8-A0ED-7E8CD90FE7A9}"/>
              </a:ext>
            </a:extLst>
          </p:cNvPr>
          <p:cNvSpPr/>
          <p:nvPr/>
        </p:nvSpPr>
        <p:spPr>
          <a:xfrm>
            <a:off x="671127" y="5903893"/>
            <a:ext cx="5264853" cy="369332"/>
          </a:xfrm>
          <a:prstGeom prst="rect">
            <a:avLst/>
          </a:prstGeom>
        </p:spPr>
        <p:txBody>
          <a:bodyPr wrap="square">
            <a:spAutoFit/>
          </a:bodyPr>
          <a:lstStyle/>
          <a:p>
            <a:pPr lvl="0"/>
            <a:r>
              <a:rPr lang="ru-RU" sz="1800" i="1" dirty="0">
                <a:solidFill>
                  <a:schemeClr val="bg1"/>
                </a:solidFill>
                <a:latin typeface="+mj-lt"/>
                <a:ea typeface="Roboto" pitchFamily="2" charset="0"/>
                <a:sym typeface="Calibri"/>
              </a:rPr>
              <a:t>ФИО докладчика, должность</a:t>
            </a:r>
          </a:p>
        </p:txBody>
      </p:sp>
      <p:sp>
        <p:nvSpPr>
          <p:cNvPr id="10" name="Прямоугольник 9">
            <a:extLst>
              <a:ext uri="{FF2B5EF4-FFF2-40B4-BE49-F238E27FC236}">
                <a16:creationId xmlns:a16="http://schemas.microsoft.com/office/drawing/2014/main" id="{51EB4197-7888-4B6B-A423-9EFFA379FE9E}"/>
              </a:ext>
            </a:extLst>
          </p:cNvPr>
          <p:cNvSpPr/>
          <p:nvPr/>
        </p:nvSpPr>
        <p:spPr>
          <a:xfrm>
            <a:off x="671127" y="618220"/>
            <a:ext cx="4510473" cy="1200329"/>
          </a:xfrm>
          <a:prstGeom prst="rect">
            <a:avLst/>
          </a:prstGeom>
        </p:spPr>
        <p:txBody>
          <a:bodyPr wrap="square">
            <a:spAutoFit/>
          </a:bodyPr>
          <a:lstStyle/>
          <a:p>
            <a:pPr lvl="0"/>
            <a:r>
              <a:rPr lang="ru-RU" sz="3600" b="1" dirty="0">
                <a:solidFill>
                  <a:srgbClr val="023A84"/>
                </a:solidFill>
                <a:latin typeface="+mj-lt"/>
                <a:ea typeface="Roboto" pitchFamily="2" charset="0"/>
                <a:sym typeface="Calibri"/>
              </a:rPr>
              <a:t>НАЗВАНИЕ </a:t>
            </a:r>
          </a:p>
          <a:p>
            <a:pPr lvl="0"/>
            <a:r>
              <a:rPr lang="ru-RU" sz="3600" b="1" dirty="0">
                <a:solidFill>
                  <a:srgbClr val="023A84"/>
                </a:solidFill>
                <a:latin typeface="+mj-lt"/>
                <a:ea typeface="Roboto" pitchFamily="2" charset="0"/>
                <a:sym typeface="Calibri"/>
              </a:rPr>
              <a:t>ПРЕЗЕНТАЦИИ</a:t>
            </a:r>
          </a:p>
        </p:txBody>
      </p:sp>
    </p:spTree>
    <p:extLst>
      <p:ext uri="{BB962C8B-B14F-4D97-AF65-F5344CB8AC3E}">
        <p14:creationId xmlns:p14="http://schemas.microsoft.com/office/powerpoint/2010/main" val="212067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cxnSp>
        <p:nvCxnSpPr>
          <p:cNvPr id="8" name="Google Shape;619;gb7574d5ef3_0_515">
            <a:extLst>
              <a:ext uri="{FF2B5EF4-FFF2-40B4-BE49-F238E27FC236}">
                <a16:creationId xmlns:a16="http://schemas.microsoft.com/office/drawing/2014/main" id="{9A9864D7-FAB9-4716-BF0D-6D093BA27618}"/>
              </a:ext>
            </a:extLst>
          </p:cNvPr>
          <p:cNvCxnSpPr/>
          <p:nvPr/>
        </p:nvCxnSpPr>
        <p:spPr>
          <a:xfrm rot="5400000">
            <a:off x="8502214" y="1758296"/>
            <a:ext cx="903014" cy="1588"/>
          </a:xfrm>
          <a:prstGeom prst="straightConnector1">
            <a:avLst/>
          </a:prstGeom>
          <a:noFill/>
          <a:ln w="12700" cap="flat" cmpd="sng">
            <a:solidFill>
              <a:schemeClr val="bg2"/>
            </a:solidFill>
            <a:prstDash val="dot"/>
            <a:miter lim="800000"/>
            <a:headEnd type="none" w="sm" len="sm"/>
            <a:tailEnd type="none" w="sm" len="sm"/>
          </a:ln>
        </p:spPr>
      </p:cxnSp>
      <p:sp>
        <p:nvSpPr>
          <p:cNvPr id="9" name="Нашивка 101">
            <a:extLst>
              <a:ext uri="{FF2B5EF4-FFF2-40B4-BE49-F238E27FC236}">
                <a16:creationId xmlns:a16="http://schemas.microsoft.com/office/drawing/2014/main" id="{DC0C3D9A-0658-4F7A-8528-CDB626CC2D95}"/>
              </a:ext>
            </a:extLst>
          </p:cNvPr>
          <p:cNvSpPr/>
          <p:nvPr/>
        </p:nvSpPr>
        <p:spPr>
          <a:xfrm>
            <a:off x="8750922" y="2390775"/>
            <a:ext cx="819150" cy="2867025"/>
          </a:xfrm>
          <a:prstGeom prst="chevron">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cxnSp>
        <p:nvCxnSpPr>
          <p:cNvPr id="10" name="Google Shape;619;gb7574d5ef3_0_515">
            <a:extLst>
              <a:ext uri="{FF2B5EF4-FFF2-40B4-BE49-F238E27FC236}">
                <a16:creationId xmlns:a16="http://schemas.microsoft.com/office/drawing/2014/main" id="{E763F21B-9E90-426A-9FC0-F58E141F39DC}"/>
              </a:ext>
            </a:extLst>
          </p:cNvPr>
          <p:cNvCxnSpPr/>
          <p:nvPr/>
        </p:nvCxnSpPr>
        <p:spPr>
          <a:xfrm rot="5400000">
            <a:off x="8505389" y="5939771"/>
            <a:ext cx="903014" cy="1588"/>
          </a:xfrm>
          <a:prstGeom prst="straightConnector1">
            <a:avLst/>
          </a:prstGeom>
          <a:noFill/>
          <a:ln w="12700" cap="flat" cmpd="sng">
            <a:solidFill>
              <a:schemeClr val="bg2"/>
            </a:solidFill>
            <a:prstDash val="dot"/>
            <a:miter lim="800000"/>
            <a:headEnd type="none" w="sm" len="sm"/>
            <a:tailEnd type="none" w="sm" len="sm"/>
          </a:ln>
        </p:spPr>
      </p:cxnSp>
      <p:pic>
        <p:nvPicPr>
          <p:cNvPr id="17" name="Рисунок 16">
            <a:extLst>
              <a:ext uri="{FF2B5EF4-FFF2-40B4-BE49-F238E27FC236}">
                <a16:creationId xmlns:a16="http://schemas.microsoft.com/office/drawing/2014/main" id="{0C926B2A-2993-4DAA-BBF7-FA085015D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434" y="1624382"/>
            <a:ext cx="472145" cy="446852"/>
          </a:xfrm>
          <a:prstGeom prst="rect">
            <a:avLst/>
          </a:prstGeom>
        </p:spPr>
      </p:pic>
      <p:pic>
        <p:nvPicPr>
          <p:cNvPr id="19" name="Рисунок 18">
            <a:extLst>
              <a:ext uri="{FF2B5EF4-FFF2-40B4-BE49-F238E27FC236}">
                <a16:creationId xmlns:a16="http://schemas.microsoft.com/office/drawing/2014/main" id="{855A124D-1966-4C04-A456-1F72D51F94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659" y="2210597"/>
            <a:ext cx="451507" cy="451507"/>
          </a:xfrm>
          <a:prstGeom prst="rect">
            <a:avLst/>
          </a:prstGeom>
        </p:spPr>
      </p:pic>
      <p:sp>
        <p:nvSpPr>
          <p:cNvPr id="20" name="Google Shape;207;p30">
            <a:extLst>
              <a:ext uri="{FF2B5EF4-FFF2-40B4-BE49-F238E27FC236}">
                <a16:creationId xmlns:a16="http://schemas.microsoft.com/office/drawing/2014/main" id="{493761C5-AE0D-4AF1-9811-EED78D33A50D}"/>
              </a:ext>
            </a:extLst>
          </p:cNvPr>
          <p:cNvSpPr txBox="1"/>
          <p:nvPr/>
        </p:nvSpPr>
        <p:spPr>
          <a:xfrm>
            <a:off x="977714" y="4081950"/>
            <a:ext cx="1991892" cy="2531432"/>
          </a:xfrm>
          <a:prstGeom prst="rect">
            <a:avLst/>
          </a:prstGeom>
          <a:noFill/>
          <a:ln>
            <a:noFill/>
          </a:ln>
        </p:spPr>
        <p:txBody>
          <a:bodyPr spcFirstLastPara="1" wrap="square" lIns="68575" tIns="34275" rIns="68575" bIns="34275" anchor="t" anchorCtr="0">
            <a:spAutoFit/>
          </a:bodyPr>
          <a:lstStyle/>
          <a:p>
            <a:pPr marL="0" marR="0" lvl="0" indent="0" rtl="0">
              <a:spcBef>
                <a:spcPts val="0"/>
              </a:spcBef>
              <a:spcAft>
                <a:spcPts val="0"/>
              </a:spcAft>
              <a:buNone/>
            </a:pPr>
            <a:r>
              <a:rPr lang="ru" sz="1000" i="1" dirty="0">
                <a:solidFill>
                  <a:srgbClr val="001A72"/>
                </a:solidFill>
                <a:sym typeface="Arial Narrow"/>
              </a:rPr>
              <a:t>Институт наукоемких технологий и передовых материалов</a:t>
            </a:r>
            <a:br>
              <a:rPr lang="ru" sz="1000" i="1" dirty="0">
                <a:solidFill>
                  <a:srgbClr val="001A72"/>
                </a:solidFill>
                <a:sym typeface="Arial Narrow"/>
              </a:rPr>
            </a:br>
            <a:endParaRPr lang="ru" sz="1000" i="1" dirty="0">
              <a:solidFill>
                <a:srgbClr val="001A72"/>
              </a:solidFill>
              <a:sym typeface="Arial Narrow"/>
            </a:endParaRPr>
          </a:p>
          <a:p>
            <a:pPr marL="127000" marR="0" lvl="0" indent="-127000" rtl="0">
              <a:spcBef>
                <a:spcPts val="0"/>
              </a:spcBef>
              <a:spcAft>
                <a:spcPts val="0"/>
              </a:spcAft>
              <a:buNone/>
            </a:pPr>
            <a:r>
              <a:rPr lang="ru" sz="1000" i="1" dirty="0">
                <a:solidFill>
                  <a:srgbClr val="001A72"/>
                </a:solidFill>
                <a:sym typeface="Arial Narrow"/>
              </a:rPr>
              <a:t>Институт наук о жизни </a:t>
            </a:r>
          </a:p>
          <a:p>
            <a:pPr marL="127000" marR="0" lvl="0" indent="-127000" rtl="0">
              <a:spcBef>
                <a:spcPts val="0"/>
              </a:spcBef>
              <a:spcAft>
                <a:spcPts val="0"/>
              </a:spcAft>
              <a:buNone/>
            </a:pPr>
            <a:r>
              <a:rPr lang="ru" sz="1000" i="1" dirty="0">
                <a:solidFill>
                  <a:srgbClr val="001A72"/>
                </a:solidFill>
                <a:sym typeface="Arial Narrow"/>
              </a:rPr>
              <a:t>и биомедицины</a:t>
            </a:r>
            <a:br>
              <a:rPr lang="ru" sz="1000" i="1" dirty="0">
                <a:solidFill>
                  <a:srgbClr val="001A72"/>
                </a:solidFill>
                <a:sym typeface="Arial Narrow"/>
              </a:rPr>
            </a:br>
            <a:endParaRPr lang="ru" sz="1000" i="1" dirty="0">
              <a:solidFill>
                <a:srgbClr val="001A72"/>
              </a:solidFill>
              <a:sym typeface="Arial Narrow"/>
            </a:endParaRPr>
          </a:p>
          <a:p>
            <a:pPr marL="127000" marR="0" lvl="0" indent="-127000" rtl="0">
              <a:spcBef>
                <a:spcPts val="0"/>
              </a:spcBef>
              <a:spcAft>
                <a:spcPts val="0"/>
              </a:spcAft>
              <a:buNone/>
            </a:pPr>
            <a:r>
              <a:rPr lang="ru" sz="1000" i="1" dirty="0">
                <a:solidFill>
                  <a:srgbClr val="001A72"/>
                </a:solidFill>
                <a:sym typeface="Arial Narrow"/>
              </a:rPr>
              <a:t>Институт мирового океана</a:t>
            </a:r>
          </a:p>
          <a:p>
            <a:pPr marL="127000" marR="0" lvl="0" indent="-127000" rtl="0">
              <a:spcBef>
                <a:spcPts val="0"/>
              </a:spcBef>
              <a:spcAft>
                <a:spcPts val="0"/>
              </a:spcAft>
              <a:buNone/>
            </a:pPr>
            <a:endParaRPr lang="ru" sz="1000" i="1" dirty="0">
              <a:solidFill>
                <a:srgbClr val="001A72"/>
              </a:solidFill>
              <a:sym typeface="Arial Narrow"/>
            </a:endParaRPr>
          </a:p>
          <a:p>
            <a:pPr marL="0" indent="0"/>
            <a:r>
              <a:rPr lang="ru" sz="1000" i="1" dirty="0">
                <a:solidFill>
                  <a:srgbClr val="001A72"/>
                </a:solidFill>
                <a:sym typeface="Arial Narrow"/>
              </a:rPr>
              <a:t>Институт математики </a:t>
            </a:r>
            <a:br>
              <a:rPr lang="ru" sz="1000" i="1" dirty="0">
                <a:solidFill>
                  <a:srgbClr val="001A72"/>
                </a:solidFill>
                <a:sym typeface="Arial Narrow"/>
              </a:rPr>
            </a:br>
            <a:r>
              <a:rPr lang="ru" sz="1000" i="1" dirty="0">
                <a:solidFill>
                  <a:srgbClr val="001A72"/>
                </a:solidFill>
                <a:sym typeface="Arial Narrow"/>
              </a:rPr>
              <a:t>и компьютерных технологий</a:t>
            </a:r>
            <a:br>
              <a:rPr lang="ru" sz="1000" i="1" dirty="0">
                <a:solidFill>
                  <a:srgbClr val="001A72"/>
                </a:solidFill>
                <a:sym typeface="Arial Narrow"/>
              </a:rPr>
            </a:br>
            <a:endParaRPr lang="ru" sz="1000" i="1" dirty="0">
              <a:solidFill>
                <a:srgbClr val="001A72"/>
              </a:solidFill>
              <a:sym typeface="Arial Narrow"/>
            </a:endParaRPr>
          </a:p>
          <a:p>
            <a:pPr marL="127000" indent="-127000"/>
            <a:r>
              <a:rPr lang="ru" sz="1000" i="1" dirty="0">
                <a:solidFill>
                  <a:srgbClr val="001A72"/>
                </a:solidFill>
                <a:sym typeface="Arial Narrow"/>
              </a:rPr>
              <a:t>Политехнический институт</a:t>
            </a:r>
            <a:br>
              <a:rPr lang="ru" sz="1000" i="1" dirty="0">
                <a:solidFill>
                  <a:srgbClr val="001A72"/>
                </a:solidFill>
                <a:sym typeface="Arial Narrow"/>
              </a:rPr>
            </a:br>
            <a:endParaRPr lang="ru" sz="1000" i="1" dirty="0">
              <a:solidFill>
                <a:srgbClr val="001A72"/>
              </a:solidFill>
              <a:sym typeface="Arial Narrow"/>
            </a:endParaRPr>
          </a:p>
          <a:p>
            <a:pPr marL="127000" indent="-127000"/>
            <a:r>
              <a:rPr lang="ru" sz="1000" i="1" dirty="0">
                <a:solidFill>
                  <a:srgbClr val="001A72"/>
                </a:solidFill>
                <a:sym typeface="Arial Narrow"/>
              </a:rPr>
              <a:t>Восточный институт</a:t>
            </a:r>
          </a:p>
          <a:p>
            <a:pPr marL="127000" marR="0" lvl="0" indent="-127000" rtl="0">
              <a:spcBef>
                <a:spcPts val="0"/>
              </a:spcBef>
              <a:spcAft>
                <a:spcPts val="0"/>
              </a:spcAft>
              <a:buNone/>
            </a:pPr>
            <a:endParaRPr lang="ru" sz="1000" i="1" dirty="0">
              <a:solidFill>
                <a:srgbClr val="001A72"/>
              </a:solidFill>
              <a:sym typeface="Arial Narrow"/>
            </a:endParaRPr>
          </a:p>
        </p:txBody>
      </p:sp>
      <p:grpSp>
        <p:nvGrpSpPr>
          <p:cNvPr id="21" name="Группа 20">
            <a:extLst>
              <a:ext uri="{FF2B5EF4-FFF2-40B4-BE49-F238E27FC236}">
                <a16:creationId xmlns:a16="http://schemas.microsoft.com/office/drawing/2014/main" id="{2F19CFC2-2870-41B2-9EB8-6FDBA02E0516}"/>
              </a:ext>
            </a:extLst>
          </p:cNvPr>
          <p:cNvGrpSpPr/>
          <p:nvPr/>
        </p:nvGrpSpPr>
        <p:grpSpPr>
          <a:xfrm>
            <a:off x="596999" y="4171808"/>
            <a:ext cx="314472" cy="2362486"/>
            <a:chOff x="921138" y="5229971"/>
            <a:chExt cx="191089" cy="1435566"/>
          </a:xfrm>
        </p:grpSpPr>
        <p:pic>
          <p:nvPicPr>
            <p:cNvPr id="22" name="Google Shape;209;p30">
              <a:extLst>
                <a:ext uri="{FF2B5EF4-FFF2-40B4-BE49-F238E27FC236}">
                  <a16:creationId xmlns:a16="http://schemas.microsoft.com/office/drawing/2014/main" id="{B15101DB-E348-449C-91BA-A2074CD31E00}"/>
                </a:ext>
              </a:extLst>
            </p:cNvPr>
            <p:cNvPicPr preferRelativeResize="0"/>
            <p:nvPr/>
          </p:nvPicPr>
          <p:blipFill rotWithShape="1">
            <a:blip r:embed="rId5">
              <a:alphaModFix/>
            </a:blip>
            <a:srcRect/>
            <a:stretch/>
          </p:blipFill>
          <p:spPr>
            <a:xfrm>
              <a:off x="924863" y="5993076"/>
              <a:ext cx="183638" cy="180842"/>
            </a:xfrm>
            <a:prstGeom prst="rect">
              <a:avLst/>
            </a:prstGeom>
            <a:noFill/>
            <a:ln>
              <a:noFill/>
            </a:ln>
          </p:spPr>
        </p:pic>
        <p:pic>
          <p:nvPicPr>
            <p:cNvPr id="23" name="Google Shape;210;p30">
              <a:extLst>
                <a:ext uri="{FF2B5EF4-FFF2-40B4-BE49-F238E27FC236}">
                  <a16:creationId xmlns:a16="http://schemas.microsoft.com/office/drawing/2014/main" id="{915D2A27-83A2-41E7-A7A1-2F59DA0757DF}"/>
                </a:ext>
              </a:extLst>
            </p:cNvPr>
            <p:cNvPicPr preferRelativeResize="0"/>
            <p:nvPr/>
          </p:nvPicPr>
          <p:blipFill rotWithShape="1">
            <a:blip r:embed="rId6">
              <a:alphaModFix/>
            </a:blip>
            <a:srcRect/>
            <a:stretch/>
          </p:blipFill>
          <p:spPr>
            <a:xfrm>
              <a:off x="922244" y="5733089"/>
              <a:ext cx="188877" cy="183318"/>
            </a:xfrm>
            <a:prstGeom prst="rect">
              <a:avLst/>
            </a:prstGeom>
            <a:noFill/>
            <a:ln>
              <a:noFill/>
            </a:ln>
          </p:spPr>
        </p:pic>
        <p:pic>
          <p:nvPicPr>
            <p:cNvPr id="24" name="Google Shape;211;p30">
              <a:extLst>
                <a:ext uri="{FF2B5EF4-FFF2-40B4-BE49-F238E27FC236}">
                  <a16:creationId xmlns:a16="http://schemas.microsoft.com/office/drawing/2014/main" id="{390828C3-730A-4FD8-BAD4-15BA2B6F2BB1}"/>
                </a:ext>
              </a:extLst>
            </p:cNvPr>
            <p:cNvPicPr preferRelativeResize="0"/>
            <p:nvPr/>
          </p:nvPicPr>
          <p:blipFill rotWithShape="1">
            <a:blip r:embed="rId7">
              <a:alphaModFix/>
            </a:blip>
            <a:srcRect/>
            <a:stretch/>
          </p:blipFill>
          <p:spPr>
            <a:xfrm>
              <a:off x="921138" y="5229971"/>
              <a:ext cx="191089" cy="185467"/>
            </a:xfrm>
            <a:prstGeom prst="rect">
              <a:avLst/>
            </a:prstGeom>
            <a:noFill/>
            <a:ln>
              <a:noFill/>
            </a:ln>
          </p:spPr>
        </p:pic>
        <p:pic>
          <p:nvPicPr>
            <p:cNvPr id="25" name="Google Shape;212;p30">
              <a:extLst>
                <a:ext uri="{FF2B5EF4-FFF2-40B4-BE49-F238E27FC236}">
                  <a16:creationId xmlns:a16="http://schemas.microsoft.com/office/drawing/2014/main" id="{C0F9A053-49F4-47DF-B872-86B70D6E7ACB}"/>
                </a:ext>
              </a:extLst>
            </p:cNvPr>
            <p:cNvPicPr preferRelativeResize="0"/>
            <p:nvPr/>
          </p:nvPicPr>
          <p:blipFill rotWithShape="1">
            <a:blip r:embed="rId8">
              <a:alphaModFix/>
            </a:blip>
            <a:srcRect/>
            <a:stretch/>
          </p:blipFill>
          <p:spPr>
            <a:xfrm>
              <a:off x="925877" y="5490198"/>
              <a:ext cx="181610" cy="175122"/>
            </a:xfrm>
            <a:prstGeom prst="rect">
              <a:avLst/>
            </a:prstGeom>
            <a:noFill/>
            <a:ln>
              <a:noFill/>
            </a:ln>
          </p:spPr>
        </p:pic>
        <p:pic>
          <p:nvPicPr>
            <p:cNvPr id="26" name="Google Shape;213;p30">
              <a:extLst>
                <a:ext uri="{FF2B5EF4-FFF2-40B4-BE49-F238E27FC236}">
                  <a16:creationId xmlns:a16="http://schemas.microsoft.com/office/drawing/2014/main" id="{F0350DDB-30C8-44A7-A75F-4A76612033F1}"/>
                </a:ext>
              </a:extLst>
            </p:cNvPr>
            <p:cNvPicPr preferRelativeResize="0"/>
            <p:nvPr/>
          </p:nvPicPr>
          <p:blipFill rotWithShape="1">
            <a:blip r:embed="rId9">
              <a:alphaModFix/>
            </a:blip>
            <a:srcRect/>
            <a:stretch/>
          </p:blipFill>
          <p:spPr>
            <a:xfrm>
              <a:off x="923521" y="6246350"/>
              <a:ext cx="186322" cy="180842"/>
            </a:xfrm>
            <a:prstGeom prst="rect">
              <a:avLst/>
            </a:prstGeom>
            <a:noFill/>
            <a:ln>
              <a:noFill/>
            </a:ln>
          </p:spPr>
        </p:pic>
        <p:pic>
          <p:nvPicPr>
            <p:cNvPr id="27" name="Google Shape;214;p30" descr="C:\Users\Софья\Desktop\srmi.png">
              <a:extLst>
                <a:ext uri="{FF2B5EF4-FFF2-40B4-BE49-F238E27FC236}">
                  <a16:creationId xmlns:a16="http://schemas.microsoft.com/office/drawing/2014/main" id="{A54D2E68-58B7-49AD-9900-8247772FC1FF}"/>
                </a:ext>
              </a:extLst>
            </p:cNvPr>
            <p:cNvPicPr preferRelativeResize="0"/>
            <p:nvPr/>
          </p:nvPicPr>
          <p:blipFill rotWithShape="1">
            <a:blip r:embed="rId10">
              <a:alphaModFix/>
            </a:blip>
            <a:srcRect/>
            <a:stretch/>
          </p:blipFill>
          <p:spPr>
            <a:xfrm>
              <a:off x="925004" y="6482181"/>
              <a:ext cx="183356" cy="183356"/>
            </a:xfrm>
            <a:prstGeom prst="rect">
              <a:avLst/>
            </a:prstGeom>
            <a:noFill/>
            <a:ln>
              <a:noFill/>
            </a:ln>
          </p:spPr>
        </p:pic>
      </p:grpSp>
      <p:pic>
        <p:nvPicPr>
          <p:cNvPr id="4" name="Рисунок 3">
            <a:extLst>
              <a:ext uri="{FF2B5EF4-FFF2-40B4-BE49-F238E27FC236}">
                <a16:creationId xmlns:a16="http://schemas.microsoft.com/office/drawing/2014/main" id="{4367C605-08F7-44EE-991D-E2CBFD4D46D3}"/>
              </a:ext>
            </a:extLst>
          </p:cNvPr>
          <p:cNvPicPr>
            <a:picLocks noChangeAspect="1"/>
          </p:cNvPicPr>
          <p:nvPr/>
        </p:nvPicPr>
        <p:blipFill>
          <a:blip r:embed="rId11"/>
          <a:stretch>
            <a:fillRect/>
          </a:stretch>
        </p:blipFill>
        <p:spPr>
          <a:xfrm>
            <a:off x="3298914" y="4600058"/>
            <a:ext cx="300999" cy="292146"/>
          </a:xfrm>
          <a:prstGeom prst="rect">
            <a:avLst/>
          </a:prstGeom>
        </p:spPr>
      </p:pic>
      <p:pic>
        <p:nvPicPr>
          <p:cNvPr id="6" name="Рисунок 5">
            <a:extLst>
              <a:ext uri="{FF2B5EF4-FFF2-40B4-BE49-F238E27FC236}">
                <a16:creationId xmlns:a16="http://schemas.microsoft.com/office/drawing/2014/main" id="{8B5DF627-5B31-471F-9851-9B416BF27AF0}"/>
              </a:ext>
            </a:extLst>
          </p:cNvPr>
          <p:cNvPicPr>
            <a:picLocks noChangeAspect="1"/>
          </p:cNvPicPr>
          <p:nvPr/>
        </p:nvPicPr>
        <p:blipFill>
          <a:blip r:embed="rId12"/>
          <a:stretch>
            <a:fillRect/>
          </a:stretch>
        </p:blipFill>
        <p:spPr>
          <a:xfrm>
            <a:off x="3285666" y="5379225"/>
            <a:ext cx="310826" cy="301684"/>
          </a:xfrm>
          <a:prstGeom prst="rect">
            <a:avLst/>
          </a:prstGeom>
        </p:spPr>
      </p:pic>
      <p:pic>
        <p:nvPicPr>
          <p:cNvPr id="28" name="Рисунок 27">
            <a:extLst>
              <a:ext uri="{FF2B5EF4-FFF2-40B4-BE49-F238E27FC236}">
                <a16:creationId xmlns:a16="http://schemas.microsoft.com/office/drawing/2014/main" id="{42B338F1-59A2-41DA-89FE-D58C1E81D6B0}"/>
              </a:ext>
            </a:extLst>
          </p:cNvPr>
          <p:cNvPicPr>
            <a:picLocks noChangeAspect="1"/>
          </p:cNvPicPr>
          <p:nvPr/>
        </p:nvPicPr>
        <p:blipFill>
          <a:blip r:embed="rId13"/>
          <a:stretch>
            <a:fillRect/>
          </a:stretch>
        </p:blipFill>
        <p:spPr>
          <a:xfrm>
            <a:off x="3298914" y="5785914"/>
            <a:ext cx="301683" cy="301683"/>
          </a:xfrm>
          <a:prstGeom prst="rect">
            <a:avLst/>
          </a:prstGeom>
        </p:spPr>
      </p:pic>
      <p:pic>
        <p:nvPicPr>
          <p:cNvPr id="30" name="Рисунок 29">
            <a:extLst>
              <a:ext uri="{FF2B5EF4-FFF2-40B4-BE49-F238E27FC236}">
                <a16:creationId xmlns:a16="http://schemas.microsoft.com/office/drawing/2014/main" id="{0668B1ED-90B4-4132-ABBB-55A4954A01B2}"/>
              </a:ext>
            </a:extLst>
          </p:cNvPr>
          <p:cNvPicPr>
            <a:picLocks noChangeAspect="1"/>
          </p:cNvPicPr>
          <p:nvPr/>
        </p:nvPicPr>
        <p:blipFill>
          <a:blip r:embed="rId14"/>
          <a:stretch>
            <a:fillRect/>
          </a:stretch>
        </p:blipFill>
        <p:spPr>
          <a:xfrm>
            <a:off x="3285666" y="4161687"/>
            <a:ext cx="310826" cy="301684"/>
          </a:xfrm>
          <a:prstGeom prst="rect">
            <a:avLst/>
          </a:prstGeom>
        </p:spPr>
      </p:pic>
      <p:pic>
        <p:nvPicPr>
          <p:cNvPr id="32" name="Рисунок 31">
            <a:extLst>
              <a:ext uri="{FF2B5EF4-FFF2-40B4-BE49-F238E27FC236}">
                <a16:creationId xmlns:a16="http://schemas.microsoft.com/office/drawing/2014/main" id="{5A7F8548-58EB-4C06-9576-E3A80A3B5503}"/>
              </a:ext>
            </a:extLst>
          </p:cNvPr>
          <p:cNvPicPr>
            <a:picLocks noChangeAspect="1"/>
          </p:cNvPicPr>
          <p:nvPr/>
        </p:nvPicPr>
        <p:blipFill>
          <a:blip r:embed="rId15"/>
          <a:stretch>
            <a:fillRect/>
          </a:stretch>
        </p:blipFill>
        <p:spPr>
          <a:xfrm>
            <a:off x="3285666" y="4994398"/>
            <a:ext cx="310825" cy="301683"/>
          </a:xfrm>
          <a:prstGeom prst="rect">
            <a:avLst/>
          </a:prstGeom>
        </p:spPr>
      </p:pic>
      <p:sp>
        <p:nvSpPr>
          <p:cNvPr id="33" name="Google Shape;207;p30">
            <a:extLst>
              <a:ext uri="{FF2B5EF4-FFF2-40B4-BE49-F238E27FC236}">
                <a16:creationId xmlns:a16="http://schemas.microsoft.com/office/drawing/2014/main" id="{93F76743-5F20-49FA-83FD-9236093787FE}"/>
              </a:ext>
            </a:extLst>
          </p:cNvPr>
          <p:cNvSpPr txBox="1"/>
          <p:nvPr/>
        </p:nvSpPr>
        <p:spPr>
          <a:xfrm>
            <a:off x="3715565" y="4161687"/>
            <a:ext cx="1991892" cy="1915879"/>
          </a:xfrm>
          <a:prstGeom prst="rect">
            <a:avLst/>
          </a:prstGeom>
          <a:noFill/>
          <a:ln>
            <a:noFill/>
          </a:ln>
        </p:spPr>
        <p:txBody>
          <a:bodyPr spcFirstLastPara="1" wrap="square" lIns="68575" tIns="34275" rIns="68575" bIns="34275" anchor="t" anchorCtr="0">
            <a:spAutoFit/>
          </a:bodyPr>
          <a:lstStyle/>
          <a:p>
            <a:pPr marL="0" marR="0" lvl="0" indent="0" rtl="0">
              <a:spcBef>
                <a:spcPts val="0"/>
              </a:spcBef>
              <a:spcAft>
                <a:spcPts val="0"/>
              </a:spcAft>
              <a:buNone/>
            </a:pPr>
            <a:r>
              <a:rPr lang="ru" sz="1000" i="1" dirty="0">
                <a:solidFill>
                  <a:srgbClr val="001A72"/>
                </a:solidFill>
                <a:sym typeface="Arial Narrow"/>
              </a:rPr>
              <a:t>Юридическая </a:t>
            </a:r>
            <a:br>
              <a:rPr lang="ru" sz="1000" i="1" dirty="0">
                <a:solidFill>
                  <a:srgbClr val="001A72"/>
                </a:solidFill>
                <a:sym typeface="Arial Narrow"/>
              </a:rPr>
            </a:br>
            <a:r>
              <a:rPr lang="ru" sz="1000" i="1" dirty="0">
                <a:solidFill>
                  <a:srgbClr val="001A72"/>
                </a:solidFill>
                <a:sym typeface="Arial Narrow"/>
              </a:rPr>
              <a:t>школа</a:t>
            </a:r>
          </a:p>
          <a:p>
            <a:pPr marL="0" marR="0" lvl="0" indent="0" rtl="0">
              <a:spcBef>
                <a:spcPts val="0"/>
              </a:spcBef>
              <a:spcAft>
                <a:spcPts val="0"/>
              </a:spcAft>
              <a:buNone/>
            </a:pPr>
            <a:endParaRPr lang="ru" sz="1000" i="1" dirty="0">
              <a:solidFill>
                <a:srgbClr val="001A72"/>
              </a:solidFill>
              <a:sym typeface="Arial Narrow"/>
            </a:endParaRPr>
          </a:p>
          <a:p>
            <a:pPr marL="0" marR="0" lvl="0" indent="0" rtl="0">
              <a:spcBef>
                <a:spcPts val="0"/>
              </a:spcBef>
              <a:spcAft>
                <a:spcPts val="0"/>
              </a:spcAft>
              <a:buNone/>
            </a:pPr>
            <a:r>
              <a:rPr lang="ru" sz="1000" i="1" dirty="0">
                <a:solidFill>
                  <a:srgbClr val="001A72"/>
                </a:solidFill>
                <a:sym typeface="Arial Narrow"/>
              </a:rPr>
              <a:t>Школа искусств </a:t>
            </a:r>
            <a:br>
              <a:rPr lang="ru" sz="1000" i="1" dirty="0">
                <a:solidFill>
                  <a:srgbClr val="001A72"/>
                </a:solidFill>
                <a:sym typeface="Arial Narrow"/>
              </a:rPr>
            </a:br>
            <a:r>
              <a:rPr lang="ru" sz="1000" i="1" dirty="0">
                <a:solidFill>
                  <a:srgbClr val="001A72"/>
                </a:solidFill>
                <a:sym typeface="Arial Narrow"/>
              </a:rPr>
              <a:t>и гуманитарных наук</a:t>
            </a:r>
          </a:p>
          <a:p>
            <a:pPr marL="0" marR="0" lvl="0" indent="0" rtl="0">
              <a:spcBef>
                <a:spcPts val="0"/>
              </a:spcBef>
              <a:spcAft>
                <a:spcPts val="0"/>
              </a:spcAft>
              <a:buNone/>
            </a:pPr>
            <a:endParaRPr lang="ru" sz="1000" i="1" dirty="0">
              <a:solidFill>
                <a:srgbClr val="001A72"/>
              </a:solidFill>
              <a:sym typeface="Arial Narrow"/>
            </a:endParaRPr>
          </a:p>
          <a:p>
            <a:pPr marL="0" marR="0" lvl="0" indent="0" rtl="0">
              <a:spcBef>
                <a:spcPts val="0"/>
              </a:spcBef>
              <a:spcAft>
                <a:spcPts val="0"/>
              </a:spcAft>
              <a:buNone/>
            </a:pPr>
            <a:r>
              <a:rPr lang="ru" sz="1000" i="1" dirty="0">
                <a:solidFill>
                  <a:srgbClr val="001A72"/>
                </a:solidFill>
                <a:sym typeface="Arial Narrow"/>
              </a:rPr>
              <a:t>Школа педагогики</a:t>
            </a:r>
          </a:p>
          <a:p>
            <a:pPr marL="0" marR="0" lvl="0" indent="0" rtl="0">
              <a:spcBef>
                <a:spcPts val="0"/>
              </a:spcBef>
              <a:spcAft>
                <a:spcPts val="0"/>
              </a:spcAft>
              <a:buNone/>
            </a:pPr>
            <a:endParaRPr lang="ru" sz="1000" i="1" dirty="0">
              <a:solidFill>
                <a:srgbClr val="001A72"/>
              </a:solidFill>
              <a:sym typeface="Arial Narrow"/>
            </a:endParaRPr>
          </a:p>
          <a:p>
            <a:pPr marL="0" marR="0" lvl="0" indent="0" rtl="0">
              <a:spcBef>
                <a:spcPts val="0"/>
              </a:spcBef>
              <a:spcAft>
                <a:spcPts val="0"/>
              </a:spcAft>
              <a:buNone/>
            </a:pPr>
            <a:r>
              <a:rPr lang="ru" sz="1000" i="1" dirty="0">
                <a:solidFill>
                  <a:srgbClr val="001A72"/>
                </a:solidFill>
                <a:sym typeface="Arial Narrow"/>
              </a:rPr>
              <a:t>Школа экономики </a:t>
            </a:r>
            <a:br>
              <a:rPr lang="ru" sz="1000" i="1" dirty="0">
                <a:solidFill>
                  <a:srgbClr val="001A72"/>
                </a:solidFill>
                <a:sym typeface="Arial Narrow"/>
              </a:rPr>
            </a:br>
            <a:r>
              <a:rPr lang="ru" sz="1000" i="1" dirty="0">
                <a:solidFill>
                  <a:srgbClr val="001A72"/>
                </a:solidFill>
                <a:sym typeface="Arial Narrow"/>
              </a:rPr>
              <a:t>и менеджмента</a:t>
            </a:r>
          </a:p>
          <a:p>
            <a:pPr marL="0" marR="0" lvl="0" indent="0" rtl="0">
              <a:spcBef>
                <a:spcPts val="0"/>
              </a:spcBef>
              <a:spcAft>
                <a:spcPts val="0"/>
              </a:spcAft>
              <a:buNone/>
            </a:pPr>
            <a:endParaRPr lang="ru" sz="1000" i="1" dirty="0">
              <a:solidFill>
                <a:srgbClr val="001A72"/>
              </a:solidFill>
              <a:sym typeface="Arial Narrow"/>
            </a:endParaRPr>
          </a:p>
          <a:p>
            <a:pPr marL="0" marR="0" lvl="0" indent="0" rtl="0">
              <a:spcBef>
                <a:spcPts val="0"/>
              </a:spcBef>
              <a:spcAft>
                <a:spcPts val="0"/>
              </a:spcAft>
              <a:buNone/>
            </a:pPr>
            <a:r>
              <a:rPr lang="ru" sz="1000" i="1" dirty="0">
                <a:solidFill>
                  <a:srgbClr val="001A72"/>
                </a:solidFill>
                <a:sym typeface="Arial Narrow"/>
              </a:rPr>
              <a:t>Школа медицины</a:t>
            </a:r>
          </a:p>
        </p:txBody>
      </p:sp>
      <p:grpSp>
        <p:nvGrpSpPr>
          <p:cNvPr id="36" name="Группа 35">
            <a:extLst>
              <a:ext uri="{FF2B5EF4-FFF2-40B4-BE49-F238E27FC236}">
                <a16:creationId xmlns:a16="http://schemas.microsoft.com/office/drawing/2014/main" id="{48CF8D45-A36D-419C-AACB-A97A163D0C1B}"/>
              </a:ext>
            </a:extLst>
          </p:cNvPr>
          <p:cNvGrpSpPr/>
          <p:nvPr/>
        </p:nvGrpSpPr>
        <p:grpSpPr>
          <a:xfrm>
            <a:off x="1557961" y="2244899"/>
            <a:ext cx="365015" cy="365015"/>
            <a:chOff x="6660735" y="557763"/>
            <a:chExt cx="600865" cy="600865"/>
          </a:xfrm>
        </p:grpSpPr>
        <p:sp>
          <p:nvSpPr>
            <p:cNvPr id="34" name="Google Shape;103;p15">
              <a:extLst>
                <a:ext uri="{FF2B5EF4-FFF2-40B4-BE49-F238E27FC236}">
                  <a16:creationId xmlns:a16="http://schemas.microsoft.com/office/drawing/2014/main" id="{B4EC05DF-CCBC-4E93-A876-10966D8FABFB}"/>
                </a:ext>
              </a:extLst>
            </p:cNvPr>
            <p:cNvSpPr/>
            <p:nvPr/>
          </p:nvSpPr>
          <p:spPr>
            <a:xfrm rot="8100000">
              <a:off x="6660735" y="557763"/>
              <a:ext cx="600865" cy="600865"/>
            </a:xfrm>
            <a:prstGeom prst="teardrop">
              <a:avLst>
                <a:gd name="adj" fmla="val 137191"/>
              </a:avLst>
            </a:prstGeom>
            <a:solidFill>
              <a:srgbClr val="0074B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ea typeface="Arial"/>
                <a:cs typeface="Arial"/>
                <a:sym typeface="Arial"/>
              </a:endParaRPr>
            </a:p>
          </p:txBody>
        </p:sp>
        <p:sp>
          <p:nvSpPr>
            <p:cNvPr id="35" name="Google Shape;105;p15">
              <a:extLst>
                <a:ext uri="{FF2B5EF4-FFF2-40B4-BE49-F238E27FC236}">
                  <a16:creationId xmlns:a16="http://schemas.microsoft.com/office/drawing/2014/main" id="{420287DE-DBFE-4B80-A802-89FD311AF134}"/>
                </a:ext>
              </a:extLst>
            </p:cNvPr>
            <p:cNvSpPr/>
            <p:nvPr/>
          </p:nvSpPr>
          <p:spPr>
            <a:xfrm>
              <a:off x="6775637" y="643151"/>
              <a:ext cx="370654" cy="3706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ea typeface="Arial"/>
                <a:cs typeface="Arial"/>
                <a:sym typeface="Arial"/>
              </a:endParaRPr>
            </a:p>
          </p:txBody>
        </p:sp>
      </p:grpSp>
      <p:grpSp>
        <p:nvGrpSpPr>
          <p:cNvPr id="39" name="Группа 38">
            <a:extLst>
              <a:ext uri="{FF2B5EF4-FFF2-40B4-BE49-F238E27FC236}">
                <a16:creationId xmlns:a16="http://schemas.microsoft.com/office/drawing/2014/main" id="{9BC5560D-562F-4294-8025-BC968CC800F6}"/>
              </a:ext>
            </a:extLst>
          </p:cNvPr>
          <p:cNvGrpSpPr/>
          <p:nvPr/>
        </p:nvGrpSpPr>
        <p:grpSpPr>
          <a:xfrm>
            <a:off x="1483827" y="1624382"/>
            <a:ext cx="513035" cy="513034"/>
            <a:chOff x="1261434" y="1228635"/>
            <a:chExt cx="937667" cy="937666"/>
          </a:xfrm>
        </p:grpSpPr>
        <p:sp>
          <p:nvSpPr>
            <p:cNvPr id="37" name="Овал 36">
              <a:extLst>
                <a:ext uri="{FF2B5EF4-FFF2-40B4-BE49-F238E27FC236}">
                  <a16:creationId xmlns:a16="http://schemas.microsoft.com/office/drawing/2014/main" id="{E504B5D4-320D-4F1E-A0B8-8571365D8901}"/>
                </a:ext>
              </a:extLst>
            </p:cNvPr>
            <p:cNvSpPr/>
            <p:nvPr/>
          </p:nvSpPr>
          <p:spPr>
            <a:xfrm>
              <a:off x="1261434" y="1228635"/>
              <a:ext cx="937667" cy="937666"/>
            </a:xfrm>
            <a:prstGeom prst="ellipse">
              <a:avLst/>
            </a:prstGeom>
            <a:solidFill>
              <a:srgbClr val="699B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8" name="Рисунок 37">
              <a:extLst>
                <a:ext uri="{FF2B5EF4-FFF2-40B4-BE49-F238E27FC236}">
                  <a16:creationId xmlns:a16="http://schemas.microsoft.com/office/drawing/2014/main" id="{223FF966-4A34-4C2F-BE5B-FB273BA18BED}"/>
                </a:ext>
              </a:extLst>
            </p:cNvPr>
            <p:cNvPicPr>
              <a:picLocks noChangeAspect="1"/>
            </p:cNvPicPr>
            <p:nvPr/>
          </p:nvPicPr>
          <p:blipFill rotWithShape="1">
            <a:blip r:embed="rId16">
              <a:extLst>
                <a:ext uri="{28A0092B-C50C-407E-A947-70E740481C1C}">
                  <a14:useLocalDpi xmlns:a14="http://schemas.microsoft.com/office/drawing/2010/main" val="0"/>
                </a:ext>
              </a:extLst>
            </a:blip>
            <a:srcRect t="1" r="66639" b="1303"/>
            <a:stretch/>
          </p:blipFill>
          <p:spPr>
            <a:xfrm>
              <a:off x="1567979" y="1399380"/>
              <a:ext cx="324578" cy="596177"/>
            </a:xfrm>
            <a:prstGeom prst="rect">
              <a:avLst/>
            </a:prstGeom>
          </p:spPr>
        </p:pic>
      </p:grpSp>
      <p:sp>
        <p:nvSpPr>
          <p:cNvPr id="40" name="Google Shape;67;p15">
            <a:extLst>
              <a:ext uri="{FF2B5EF4-FFF2-40B4-BE49-F238E27FC236}">
                <a16:creationId xmlns:a16="http://schemas.microsoft.com/office/drawing/2014/main" id="{84F65BD4-333C-4C32-A412-B81D24115819}"/>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ЭЛЕМЕНТЫ</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ОФОРМЛЕНИЯ </a:t>
            </a:r>
            <a:endParaRPr sz="2000" b="1" i="0" u="none" strike="noStrike" cap="none" dirty="0">
              <a:solidFill>
                <a:schemeClr val="dk1"/>
              </a:solidFill>
              <a:latin typeface="+mj-lt"/>
              <a:ea typeface="Montserrat Medium"/>
              <a:cs typeface="Montserrat Medium"/>
              <a:sym typeface="Montserrat Medium"/>
            </a:endParaRPr>
          </a:p>
        </p:txBody>
      </p:sp>
      <p:grpSp>
        <p:nvGrpSpPr>
          <p:cNvPr id="48" name="Группа 47">
            <a:extLst>
              <a:ext uri="{FF2B5EF4-FFF2-40B4-BE49-F238E27FC236}">
                <a16:creationId xmlns:a16="http://schemas.microsoft.com/office/drawing/2014/main" id="{17E153D2-2DB5-4A54-BE1B-C2C8933D26C9}"/>
              </a:ext>
            </a:extLst>
          </p:cNvPr>
          <p:cNvGrpSpPr/>
          <p:nvPr/>
        </p:nvGrpSpPr>
        <p:grpSpPr>
          <a:xfrm>
            <a:off x="2503455" y="2739049"/>
            <a:ext cx="466151" cy="587340"/>
            <a:chOff x="4107455" y="1921888"/>
            <a:chExt cx="466151" cy="587340"/>
          </a:xfrm>
        </p:grpSpPr>
        <p:sp>
          <p:nvSpPr>
            <p:cNvPr id="41" name="Google Shape;82;p15">
              <a:extLst>
                <a:ext uri="{FF2B5EF4-FFF2-40B4-BE49-F238E27FC236}">
                  <a16:creationId xmlns:a16="http://schemas.microsoft.com/office/drawing/2014/main" id="{EB9885F6-7CCD-45EC-8D53-384083999F4D}"/>
                </a:ext>
              </a:extLst>
            </p:cNvPr>
            <p:cNvSpPr/>
            <p:nvPr/>
          </p:nvSpPr>
          <p:spPr>
            <a:xfrm rot="5407132">
              <a:off x="4243012" y="1786331"/>
              <a:ext cx="195038" cy="466151"/>
            </a:xfrm>
            <a:prstGeom prst="chevron">
              <a:avLst>
                <a:gd name="adj" fmla="val 50000"/>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sp>
          <p:nvSpPr>
            <p:cNvPr id="42" name="Google Shape;83;p15">
              <a:extLst>
                <a:ext uri="{FF2B5EF4-FFF2-40B4-BE49-F238E27FC236}">
                  <a16:creationId xmlns:a16="http://schemas.microsoft.com/office/drawing/2014/main" id="{8B65E5A5-A9C3-45C0-B362-F80AEAE4DB45}"/>
                </a:ext>
              </a:extLst>
            </p:cNvPr>
            <p:cNvSpPr/>
            <p:nvPr/>
          </p:nvSpPr>
          <p:spPr>
            <a:xfrm rot="5407132">
              <a:off x="4243012" y="1981369"/>
              <a:ext cx="195038" cy="466151"/>
            </a:xfrm>
            <a:prstGeom prst="chevron">
              <a:avLst>
                <a:gd name="adj" fmla="val 50000"/>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sp>
          <p:nvSpPr>
            <p:cNvPr id="43" name="Google Shape;84;p15">
              <a:extLst>
                <a:ext uri="{FF2B5EF4-FFF2-40B4-BE49-F238E27FC236}">
                  <a16:creationId xmlns:a16="http://schemas.microsoft.com/office/drawing/2014/main" id="{2F06A21B-F2BC-4FA9-B7AB-E5032D78D4ED}"/>
                </a:ext>
              </a:extLst>
            </p:cNvPr>
            <p:cNvSpPr/>
            <p:nvPr/>
          </p:nvSpPr>
          <p:spPr>
            <a:xfrm rot="5407132">
              <a:off x="4243012" y="2178633"/>
              <a:ext cx="195038" cy="466151"/>
            </a:xfrm>
            <a:prstGeom prst="chevron">
              <a:avLst>
                <a:gd name="adj" fmla="val 50000"/>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grpSp>
      <p:grpSp>
        <p:nvGrpSpPr>
          <p:cNvPr id="47" name="Группа 46">
            <a:extLst>
              <a:ext uri="{FF2B5EF4-FFF2-40B4-BE49-F238E27FC236}">
                <a16:creationId xmlns:a16="http://schemas.microsoft.com/office/drawing/2014/main" id="{7DB50402-A3F4-4FB4-96EA-699AC689C057}"/>
              </a:ext>
            </a:extLst>
          </p:cNvPr>
          <p:cNvGrpSpPr/>
          <p:nvPr/>
        </p:nvGrpSpPr>
        <p:grpSpPr>
          <a:xfrm>
            <a:off x="2503454" y="1932433"/>
            <a:ext cx="466151" cy="582872"/>
            <a:chOff x="4107454" y="1115272"/>
            <a:chExt cx="466151" cy="582872"/>
          </a:xfrm>
        </p:grpSpPr>
        <p:sp>
          <p:nvSpPr>
            <p:cNvPr id="44" name="Google Shape;89;p15">
              <a:extLst>
                <a:ext uri="{FF2B5EF4-FFF2-40B4-BE49-F238E27FC236}">
                  <a16:creationId xmlns:a16="http://schemas.microsoft.com/office/drawing/2014/main" id="{A84A9B0E-B8C9-4884-8F48-38A301E21CC0}"/>
                </a:ext>
              </a:extLst>
            </p:cNvPr>
            <p:cNvSpPr/>
            <p:nvPr/>
          </p:nvSpPr>
          <p:spPr>
            <a:xfrm rot="5407132">
              <a:off x="4243011" y="979715"/>
              <a:ext cx="195038" cy="466151"/>
            </a:xfrm>
            <a:prstGeom prst="chevron">
              <a:avLst>
                <a:gd name="adj" fmla="val 50000"/>
              </a:avLst>
            </a:prstGeom>
            <a:solidFill>
              <a:srgbClr val="CFE2F3">
                <a:alpha val="6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sp>
          <p:nvSpPr>
            <p:cNvPr id="45" name="Google Shape;90;p15">
              <a:extLst>
                <a:ext uri="{FF2B5EF4-FFF2-40B4-BE49-F238E27FC236}">
                  <a16:creationId xmlns:a16="http://schemas.microsoft.com/office/drawing/2014/main" id="{CBF9754C-68C9-4252-863E-FBE3AECB0C93}"/>
                </a:ext>
              </a:extLst>
            </p:cNvPr>
            <p:cNvSpPr/>
            <p:nvPr/>
          </p:nvSpPr>
          <p:spPr>
            <a:xfrm rot="5407132">
              <a:off x="4243011" y="1172510"/>
              <a:ext cx="195038" cy="466151"/>
            </a:xfrm>
            <a:prstGeom prst="chevron">
              <a:avLst>
                <a:gd name="adj" fmla="val 50000"/>
              </a:avLst>
            </a:prstGeom>
            <a:solidFill>
              <a:srgbClr val="CFE2F3">
                <a:alpha val="6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sp>
          <p:nvSpPr>
            <p:cNvPr id="46" name="Google Shape;91;p15">
              <a:extLst>
                <a:ext uri="{FF2B5EF4-FFF2-40B4-BE49-F238E27FC236}">
                  <a16:creationId xmlns:a16="http://schemas.microsoft.com/office/drawing/2014/main" id="{95A64212-9B59-4973-9FAF-5DF76D8FAF49}"/>
                </a:ext>
              </a:extLst>
            </p:cNvPr>
            <p:cNvSpPr/>
            <p:nvPr/>
          </p:nvSpPr>
          <p:spPr>
            <a:xfrm rot="5407132">
              <a:off x="4243011" y="1367549"/>
              <a:ext cx="195038" cy="466151"/>
            </a:xfrm>
            <a:prstGeom prst="chevron">
              <a:avLst>
                <a:gd name="adj" fmla="val 50000"/>
              </a:avLst>
            </a:prstGeom>
            <a:solidFill>
              <a:srgbClr val="CFE2F3">
                <a:alpha val="6588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600" b="0" i="0" u="none" strike="noStrike" cap="none">
                <a:solidFill>
                  <a:srgbClr val="000000"/>
                </a:solidFill>
                <a:ea typeface="Arial"/>
                <a:cs typeface="Arial"/>
                <a:sym typeface="Arial"/>
              </a:endParaRPr>
            </a:p>
          </p:txBody>
        </p:sp>
      </p:grpSp>
      <p:pic>
        <p:nvPicPr>
          <p:cNvPr id="49" name="Рисунок 48">
            <a:extLst>
              <a:ext uri="{FF2B5EF4-FFF2-40B4-BE49-F238E27FC236}">
                <a16:creationId xmlns:a16="http://schemas.microsoft.com/office/drawing/2014/main" id="{2B9EDE86-5677-4BBA-BD46-415DAA1E35A4}"/>
              </a:ext>
            </a:extLst>
          </p:cNvPr>
          <p:cNvPicPr>
            <a:picLocks noChangeAspect="1"/>
          </p:cNvPicPr>
          <p:nvPr/>
        </p:nvPicPr>
        <p:blipFill rotWithShape="1">
          <a:blip r:embed="rId17"/>
          <a:srcRect r="66645" b="7418"/>
          <a:stretch/>
        </p:blipFill>
        <p:spPr>
          <a:xfrm>
            <a:off x="627213" y="2867309"/>
            <a:ext cx="266398" cy="459080"/>
          </a:xfrm>
          <a:prstGeom prst="rect">
            <a:avLst/>
          </a:prstGeom>
        </p:spPr>
      </p:pic>
      <p:pic>
        <p:nvPicPr>
          <p:cNvPr id="51" name="Рисунок 50">
            <a:extLst>
              <a:ext uri="{FF2B5EF4-FFF2-40B4-BE49-F238E27FC236}">
                <a16:creationId xmlns:a16="http://schemas.microsoft.com/office/drawing/2014/main" id="{B1513ECC-B60D-48AF-85EF-DAB2C0323F4D}"/>
              </a:ext>
            </a:extLst>
          </p:cNvPr>
          <p:cNvPicPr>
            <a:picLocks noChangeAspect="1"/>
          </p:cNvPicPr>
          <p:nvPr/>
        </p:nvPicPr>
        <p:blipFill>
          <a:blip r:embed="rId18"/>
          <a:stretch>
            <a:fillRect/>
          </a:stretch>
        </p:blipFill>
        <p:spPr>
          <a:xfrm>
            <a:off x="1482363" y="2940728"/>
            <a:ext cx="544791" cy="333545"/>
          </a:xfrm>
          <a:prstGeom prst="rect">
            <a:avLst/>
          </a:prstGeom>
        </p:spPr>
      </p:pic>
    </p:spTree>
    <p:extLst>
      <p:ext uri="{BB962C8B-B14F-4D97-AF65-F5344CB8AC3E}">
        <p14:creationId xmlns:p14="http://schemas.microsoft.com/office/powerpoint/2010/main" val="399524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29" name="Google Shape;67;p15">
            <a:extLst>
              <a:ext uri="{FF2B5EF4-FFF2-40B4-BE49-F238E27FC236}">
                <a16:creationId xmlns:a16="http://schemas.microsoft.com/office/drawing/2014/main" id="{647C30F4-4984-4A1E-8FEB-6CB697A1F9C3}"/>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a:t>
            </a:r>
            <a:r>
              <a:rPr lang="ru-RU" sz="1600" b="1" i="0" u="none" strike="noStrike" cap="none" dirty="0">
                <a:solidFill>
                  <a:schemeClr val="dk1"/>
                </a:solidFill>
                <a:latin typeface="+mj-lt"/>
                <a:ea typeface="Montserrat Light"/>
                <a:cs typeface="Montserrat Light"/>
                <a:sym typeface="Montserrat Light"/>
              </a:rPr>
              <a:t> </a:t>
            </a:r>
            <a:endParaRPr sz="1600" b="1"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31" name="Google Shape;68;p15">
            <a:extLst>
              <a:ext uri="{FF2B5EF4-FFF2-40B4-BE49-F238E27FC236}">
                <a16:creationId xmlns:a16="http://schemas.microsoft.com/office/drawing/2014/main" id="{CABF54F7-7A1B-408A-B0A4-4BB3E307905F}"/>
              </a:ext>
            </a:extLst>
          </p:cNvPr>
          <p:cNvSpPr/>
          <p:nvPr/>
        </p:nvSpPr>
        <p:spPr>
          <a:xfrm>
            <a:off x="1565818" y="2398061"/>
            <a:ext cx="912067" cy="734833"/>
          </a:xfrm>
          <a:prstGeom prst="rect">
            <a:avLst/>
          </a:prstGeom>
          <a:solidFill>
            <a:srgbClr val="EFEF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34" name="Google Shape;69;p15">
            <a:extLst>
              <a:ext uri="{FF2B5EF4-FFF2-40B4-BE49-F238E27FC236}">
                <a16:creationId xmlns:a16="http://schemas.microsoft.com/office/drawing/2014/main" id="{97BB3F66-3686-4BB2-A264-DBE3DCB8C4C7}"/>
              </a:ext>
            </a:extLst>
          </p:cNvPr>
          <p:cNvSpPr/>
          <p:nvPr/>
        </p:nvSpPr>
        <p:spPr>
          <a:xfrm>
            <a:off x="5127118" y="4930054"/>
            <a:ext cx="912067" cy="734833"/>
          </a:xfrm>
          <a:prstGeom prst="rect">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35" name="Google Shape;70;p15">
            <a:extLst>
              <a:ext uri="{FF2B5EF4-FFF2-40B4-BE49-F238E27FC236}">
                <a16:creationId xmlns:a16="http://schemas.microsoft.com/office/drawing/2014/main" id="{7E1310A6-6AC9-4BD8-B4C2-066469CE86FD}"/>
              </a:ext>
            </a:extLst>
          </p:cNvPr>
          <p:cNvSpPr/>
          <p:nvPr/>
        </p:nvSpPr>
        <p:spPr>
          <a:xfrm>
            <a:off x="404657" y="4930054"/>
            <a:ext cx="912067" cy="734833"/>
          </a:xfrm>
          <a:prstGeom prst="rect">
            <a:avLst/>
          </a:prstGeom>
          <a:solidFill>
            <a:srgbClr val="EFEF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36" name="Google Shape;71;p15">
            <a:extLst>
              <a:ext uri="{FF2B5EF4-FFF2-40B4-BE49-F238E27FC236}">
                <a16:creationId xmlns:a16="http://schemas.microsoft.com/office/drawing/2014/main" id="{CAA0E222-ABEE-453A-B50C-BEA9D39729CA}"/>
              </a:ext>
            </a:extLst>
          </p:cNvPr>
          <p:cNvSpPr/>
          <p:nvPr/>
        </p:nvSpPr>
        <p:spPr>
          <a:xfrm>
            <a:off x="8485623" y="4930054"/>
            <a:ext cx="963862" cy="734833"/>
          </a:xfrm>
          <a:prstGeom prst="rect">
            <a:avLst/>
          </a:prstGeom>
          <a:solidFill>
            <a:srgbClr val="0070C0">
              <a:alpha val="1843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37" name="Google Shape;72;p15">
            <a:extLst>
              <a:ext uri="{FF2B5EF4-FFF2-40B4-BE49-F238E27FC236}">
                <a16:creationId xmlns:a16="http://schemas.microsoft.com/office/drawing/2014/main" id="{05FDB63F-3418-4B17-B492-F35D6499318A}"/>
              </a:ext>
            </a:extLst>
          </p:cNvPr>
          <p:cNvSpPr txBox="1"/>
          <p:nvPr/>
        </p:nvSpPr>
        <p:spPr>
          <a:xfrm>
            <a:off x="275576" y="5676076"/>
            <a:ext cx="4034970"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1</a:t>
            </a:r>
          </a:p>
        </p:txBody>
      </p:sp>
      <p:sp>
        <p:nvSpPr>
          <p:cNvPr id="38" name="Google Shape;73;p15">
            <a:extLst>
              <a:ext uri="{FF2B5EF4-FFF2-40B4-BE49-F238E27FC236}">
                <a16:creationId xmlns:a16="http://schemas.microsoft.com/office/drawing/2014/main" id="{C63A9C8A-E21D-49A2-AC99-6F14385F8219}"/>
              </a:ext>
            </a:extLst>
          </p:cNvPr>
          <p:cNvSpPr/>
          <p:nvPr/>
        </p:nvSpPr>
        <p:spPr>
          <a:xfrm>
            <a:off x="10174748" y="2365851"/>
            <a:ext cx="992187" cy="734833"/>
          </a:xfrm>
          <a:prstGeom prst="rect">
            <a:avLst/>
          </a:prstGeom>
          <a:solidFill>
            <a:srgbClr val="0070C0">
              <a:alpha val="1843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 sz="1600" b="1" i="0" u="none" strike="noStrike" cap="none" dirty="0">
                <a:solidFill>
                  <a:srgbClr val="3C90DC"/>
                </a:solidFill>
                <a:latin typeface="+mj-lt"/>
                <a:ea typeface="Montserrat"/>
                <a:cs typeface="Montserrat"/>
                <a:sym typeface="Montserrat"/>
              </a:rPr>
              <a:t>ЗАГ</a:t>
            </a:r>
            <a:endParaRPr sz="1600" b="1" i="0" u="none" strike="noStrike" cap="none" dirty="0">
              <a:solidFill>
                <a:srgbClr val="3C90DC"/>
              </a:solidFill>
              <a:latin typeface="+mj-lt"/>
              <a:ea typeface="Montserrat"/>
              <a:cs typeface="Montserrat"/>
              <a:sym typeface="Montserrat"/>
            </a:endParaRPr>
          </a:p>
        </p:txBody>
      </p:sp>
      <p:sp>
        <p:nvSpPr>
          <p:cNvPr id="39" name="Google Shape;74;p15">
            <a:extLst>
              <a:ext uri="{FF2B5EF4-FFF2-40B4-BE49-F238E27FC236}">
                <a16:creationId xmlns:a16="http://schemas.microsoft.com/office/drawing/2014/main" id="{CF1A9CF3-71F6-40C9-9434-296D1BCC69D8}"/>
              </a:ext>
            </a:extLst>
          </p:cNvPr>
          <p:cNvSpPr txBox="1"/>
          <p:nvPr/>
        </p:nvSpPr>
        <p:spPr>
          <a:xfrm>
            <a:off x="1433208" y="3095939"/>
            <a:ext cx="1855129"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2</a:t>
            </a:r>
          </a:p>
        </p:txBody>
      </p:sp>
      <p:sp>
        <p:nvSpPr>
          <p:cNvPr id="40" name="Google Shape;75;p15">
            <a:extLst>
              <a:ext uri="{FF2B5EF4-FFF2-40B4-BE49-F238E27FC236}">
                <a16:creationId xmlns:a16="http://schemas.microsoft.com/office/drawing/2014/main" id="{97743A21-044A-4E92-B0AB-F56C1CCB5AA9}"/>
              </a:ext>
            </a:extLst>
          </p:cNvPr>
          <p:cNvSpPr txBox="1"/>
          <p:nvPr/>
        </p:nvSpPr>
        <p:spPr>
          <a:xfrm>
            <a:off x="3262680" y="3095939"/>
            <a:ext cx="2235657"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3</a:t>
            </a:r>
          </a:p>
        </p:txBody>
      </p:sp>
      <p:sp>
        <p:nvSpPr>
          <p:cNvPr id="41" name="Google Shape;76;p15">
            <a:extLst>
              <a:ext uri="{FF2B5EF4-FFF2-40B4-BE49-F238E27FC236}">
                <a16:creationId xmlns:a16="http://schemas.microsoft.com/office/drawing/2014/main" id="{040702D2-D980-4922-B4B8-701B201829B3}"/>
              </a:ext>
            </a:extLst>
          </p:cNvPr>
          <p:cNvSpPr/>
          <p:nvPr/>
        </p:nvSpPr>
        <p:spPr>
          <a:xfrm>
            <a:off x="3380839" y="2365851"/>
            <a:ext cx="912067" cy="734833"/>
          </a:xfrm>
          <a:prstGeom prst="rect">
            <a:avLst/>
          </a:prstGeom>
          <a:solidFill>
            <a:srgbClr val="EFEF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42" name="Google Shape;77;p15">
            <a:extLst>
              <a:ext uri="{FF2B5EF4-FFF2-40B4-BE49-F238E27FC236}">
                <a16:creationId xmlns:a16="http://schemas.microsoft.com/office/drawing/2014/main" id="{5D2EBB5F-2005-4C9C-A738-C44DEEA05FCB}"/>
              </a:ext>
            </a:extLst>
          </p:cNvPr>
          <p:cNvSpPr txBox="1"/>
          <p:nvPr/>
        </p:nvSpPr>
        <p:spPr>
          <a:xfrm>
            <a:off x="4995137" y="5676076"/>
            <a:ext cx="2657393"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4</a:t>
            </a:r>
          </a:p>
        </p:txBody>
      </p:sp>
      <p:sp>
        <p:nvSpPr>
          <p:cNvPr id="43" name="Google Shape;78;p15">
            <a:extLst>
              <a:ext uri="{FF2B5EF4-FFF2-40B4-BE49-F238E27FC236}">
                <a16:creationId xmlns:a16="http://schemas.microsoft.com/office/drawing/2014/main" id="{8EE54CA7-0D5D-4871-B4E7-D43765EF30FF}"/>
              </a:ext>
            </a:extLst>
          </p:cNvPr>
          <p:cNvSpPr txBox="1"/>
          <p:nvPr/>
        </p:nvSpPr>
        <p:spPr>
          <a:xfrm>
            <a:off x="8358174" y="5676074"/>
            <a:ext cx="2630994"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6</a:t>
            </a:r>
          </a:p>
        </p:txBody>
      </p:sp>
      <p:sp>
        <p:nvSpPr>
          <p:cNvPr id="44" name="Google Shape;79;p15">
            <a:extLst>
              <a:ext uri="{FF2B5EF4-FFF2-40B4-BE49-F238E27FC236}">
                <a16:creationId xmlns:a16="http://schemas.microsoft.com/office/drawing/2014/main" id="{55838656-CAE6-4649-8E2C-7792F08EB6CB}"/>
              </a:ext>
            </a:extLst>
          </p:cNvPr>
          <p:cNvSpPr/>
          <p:nvPr/>
        </p:nvSpPr>
        <p:spPr>
          <a:xfrm>
            <a:off x="6760255" y="2398061"/>
            <a:ext cx="937964" cy="734833"/>
          </a:xfrm>
          <a:prstGeom prst="rect">
            <a:avLst/>
          </a:prstGeom>
          <a:solidFill>
            <a:srgbClr val="0070C0">
              <a:alpha val="1843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600" b="1" i="0" u="none" strike="noStrike" cap="none" dirty="0">
                <a:solidFill>
                  <a:srgbClr val="3C90DC"/>
                </a:solidFill>
                <a:latin typeface="+mj-lt"/>
                <a:ea typeface="Montserrat"/>
                <a:cs typeface="Montserrat"/>
                <a:sym typeface="Montserrat"/>
              </a:rPr>
              <a:t>ЗАГ</a:t>
            </a:r>
          </a:p>
        </p:txBody>
      </p:sp>
      <p:sp>
        <p:nvSpPr>
          <p:cNvPr id="45" name="Google Shape;80;p15">
            <a:extLst>
              <a:ext uri="{FF2B5EF4-FFF2-40B4-BE49-F238E27FC236}">
                <a16:creationId xmlns:a16="http://schemas.microsoft.com/office/drawing/2014/main" id="{51680B14-F487-45F1-BBA3-65EB5500B34C}"/>
              </a:ext>
            </a:extLst>
          </p:cNvPr>
          <p:cNvSpPr txBox="1"/>
          <p:nvPr/>
        </p:nvSpPr>
        <p:spPr>
          <a:xfrm>
            <a:off x="6636410" y="3095939"/>
            <a:ext cx="1976252"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RU" sz="900" b="0" i="0" u="none" strike="noStrike" cap="none" dirty="0">
                <a:solidFill>
                  <a:schemeClr val="dk1"/>
                </a:solidFill>
                <a:latin typeface="+mj-lt"/>
                <a:ea typeface="Montserrat"/>
                <a:cs typeface="Montserrat"/>
                <a:sym typeface="Montserrat"/>
              </a:rPr>
              <a:t>Подпись 5</a:t>
            </a:r>
          </a:p>
        </p:txBody>
      </p:sp>
      <p:sp>
        <p:nvSpPr>
          <p:cNvPr id="46" name="Google Shape;81;p15">
            <a:extLst>
              <a:ext uri="{FF2B5EF4-FFF2-40B4-BE49-F238E27FC236}">
                <a16:creationId xmlns:a16="http://schemas.microsoft.com/office/drawing/2014/main" id="{79ED4AAF-5B71-40B8-91B7-56647A8BC176}"/>
              </a:ext>
            </a:extLst>
          </p:cNvPr>
          <p:cNvSpPr txBox="1"/>
          <p:nvPr/>
        </p:nvSpPr>
        <p:spPr>
          <a:xfrm>
            <a:off x="10046827" y="3554176"/>
            <a:ext cx="2170914" cy="3231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ru" sz="900" b="0" i="0" u="none" strike="noStrike" cap="none" dirty="0">
                <a:solidFill>
                  <a:schemeClr val="dk1"/>
                </a:solidFill>
                <a:latin typeface="+mj-lt"/>
                <a:ea typeface="Montserrat"/>
                <a:cs typeface="Montserrat"/>
                <a:sym typeface="Montserrat"/>
              </a:rPr>
              <a:t>Подпись 7</a:t>
            </a:r>
            <a:endParaRPr sz="900" b="0" i="0" u="none" strike="noStrike" cap="none" dirty="0">
              <a:solidFill>
                <a:schemeClr val="dk1"/>
              </a:solidFill>
              <a:latin typeface="+mj-lt"/>
              <a:ea typeface="Montserrat"/>
              <a:cs typeface="Montserrat"/>
              <a:sym typeface="Montserrat"/>
            </a:endParaRPr>
          </a:p>
        </p:txBody>
      </p:sp>
      <p:sp>
        <p:nvSpPr>
          <p:cNvPr id="53" name="Google Shape;95;p15">
            <a:extLst>
              <a:ext uri="{FF2B5EF4-FFF2-40B4-BE49-F238E27FC236}">
                <a16:creationId xmlns:a16="http://schemas.microsoft.com/office/drawing/2014/main" id="{66A93B06-885B-49FF-849C-EB422071ECE9}"/>
              </a:ext>
            </a:extLst>
          </p:cNvPr>
          <p:cNvSpPr/>
          <p:nvPr/>
        </p:nvSpPr>
        <p:spPr>
          <a:xfrm>
            <a:off x="404657" y="1749681"/>
            <a:ext cx="11616920" cy="298223"/>
          </a:xfrm>
          <a:prstGeom prst="rightArrow">
            <a:avLst>
              <a:gd name="adj1" fmla="val 50000"/>
              <a:gd name="adj2" fmla="val 50000"/>
            </a:avLst>
          </a:prstGeom>
          <a:solidFill>
            <a:schemeClr val="bg2">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mj-lt"/>
              <a:ea typeface="Arial"/>
              <a:cs typeface="Arial"/>
              <a:sym typeface="Arial"/>
            </a:endParaRPr>
          </a:p>
        </p:txBody>
      </p:sp>
      <p:cxnSp>
        <p:nvCxnSpPr>
          <p:cNvPr id="54" name="Google Shape;96;p15">
            <a:extLst>
              <a:ext uri="{FF2B5EF4-FFF2-40B4-BE49-F238E27FC236}">
                <a16:creationId xmlns:a16="http://schemas.microsoft.com/office/drawing/2014/main" id="{5B7FEB19-F00A-496C-A0CD-CF1972D0D7C4}"/>
              </a:ext>
            </a:extLst>
          </p:cNvPr>
          <p:cNvCxnSpPr>
            <a:endCxn id="35" idx="0"/>
          </p:cNvCxnSpPr>
          <p:nvPr/>
        </p:nvCxnSpPr>
        <p:spPr>
          <a:xfrm>
            <a:off x="860691" y="1998814"/>
            <a:ext cx="0" cy="2931240"/>
          </a:xfrm>
          <a:prstGeom prst="straightConnector1">
            <a:avLst/>
          </a:prstGeom>
          <a:noFill/>
          <a:ln w="22225" cap="rnd" cmpd="sng">
            <a:solidFill>
              <a:srgbClr val="0074BD"/>
            </a:solidFill>
            <a:prstDash val="dot"/>
            <a:round/>
            <a:headEnd type="none" w="sm" len="sm"/>
            <a:tailEnd type="oval" w="med" len="med"/>
          </a:ln>
        </p:spPr>
      </p:cxnSp>
      <p:cxnSp>
        <p:nvCxnSpPr>
          <p:cNvPr id="55" name="Google Shape;97;p15">
            <a:extLst>
              <a:ext uri="{FF2B5EF4-FFF2-40B4-BE49-F238E27FC236}">
                <a16:creationId xmlns:a16="http://schemas.microsoft.com/office/drawing/2014/main" id="{3DCB9A05-CABF-4301-A4C8-8C878C81885C}"/>
              </a:ext>
            </a:extLst>
          </p:cNvPr>
          <p:cNvCxnSpPr/>
          <p:nvPr/>
        </p:nvCxnSpPr>
        <p:spPr>
          <a:xfrm>
            <a:off x="2005407" y="1998837"/>
            <a:ext cx="0" cy="399384"/>
          </a:xfrm>
          <a:prstGeom prst="straightConnector1">
            <a:avLst/>
          </a:prstGeom>
          <a:noFill/>
          <a:ln w="22225" cap="rnd" cmpd="sng">
            <a:solidFill>
              <a:srgbClr val="0074BD"/>
            </a:solidFill>
            <a:prstDash val="dot"/>
            <a:round/>
            <a:headEnd type="none" w="sm" len="sm"/>
            <a:tailEnd type="oval" w="med" len="med"/>
          </a:ln>
        </p:spPr>
      </p:cxnSp>
      <p:cxnSp>
        <p:nvCxnSpPr>
          <p:cNvPr id="56" name="Google Shape;98;p15">
            <a:extLst>
              <a:ext uri="{FF2B5EF4-FFF2-40B4-BE49-F238E27FC236}">
                <a16:creationId xmlns:a16="http://schemas.microsoft.com/office/drawing/2014/main" id="{1A1809C6-4EDF-420F-B6EE-32FEC0748448}"/>
              </a:ext>
            </a:extLst>
          </p:cNvPr>
          <p:cNvCxnSpPr/>
          <p:nvPr/>
        </p:nvCxnSpPr>
        <p:spPr>
          <a:xfrm>
            <a:off x="3835753" y="1998837"/>
            <a:ext cx="0" cy="399384"/>
          </a:xfrm>
          <a:prstGeom prst="straightConnector1">
            <a:avLst/>
          </a:prstGeom>
          <a:noFill/>
          <a:ln w="22225" cap="rnd" cmpd="sng">
            <a:solidFill>
              <a:srgbClr val="0074BD"/>
            </a:solidFill>
            <a:prstDash val="dot"/>
            <a:round/>
            <a:headEnd type="none" w="sm" len="sm"/>
            <a:tailEnd type="oval" w="med" len="med"/>
          </a:ln>
        </p:spPr>
      </p:cxnSp>
      <p:cxnSp>
        <p:nvCxnSpPr>
          <p:cNvPr id="57" name="Google Shape;99;p15">
            <a:extLst>
              <a:ext uri="{FF2B5EF4-FFF2-40B4-BE49-F238E27FC236}">
                <a16:creationId xmlns:a16="http://schemas.microsoft.com/office/drawing/2014/main" id="{EB1D724D-E456-40AE-A7BA-6A35483F4206}"/>
              </a:ext>
            </a:extLst>
          </p:cNvPr>
          <p:cNvCxnSpPr/>
          <p:nvPr/>
        </p:nvCxnSpPr>
        <p:spPr>
          <a:xfrm>
            <a:off x="7218940" y="1998837"/>
            <a:ext cx="0" cy="399384"/>
          </a:xfrm>
          <a:prstGeom prst="straightConnector1">
            <a:avLst/>
          </a:prstGeom>
          <a:noFill/>
          <a:ln w="22225" cap="rnd" cmpd="sng">
            <a:solidFill>
              <a:srgbClr val="0074BD"/>
            </a:solidFill>
            <a:prstDash val="dot"/>
            <a:round/>
            <a:headEnd type="none" w="sm" len="sm"/>
            <a:tailEnd type="oval" w="med" len="med"/>
          </a:ln>
        </p:spPr>
      </p:cxnSp>
      <p:cxnSp>
        <p:nvCxnSpPr>
          <p:cNvPr id="58" name="Google Shape;100;p15">
            <a:extLst>
              <a:ext uri="{FF2B5EF4-FFF2-40B4-BE49-F238E27FC236}">
                <a16:creationId xmlns:a16="http://schemas.microsoft.com/office/drawing/2014/main" id="{1DDE9B76-D91F-4DB4-B3DB-4F898C6C32FF}"/>
              </a:ext>
            </a:extLst>
          </p:cNvPr>
          <p:cNvCxnSpPr/>
          <p:nvPr/>
        </p:nvCxnSpPr>
        <p:spPr>
          <a:xfrm>
            <a:off x="10694631" y="1998837"/>
            <a:ext cx="0" cy="399384"/>
          </a:xfrm>
          <a:prstGeom prst="straightConnector1">
            <a:avLst/>
          </a:prstGeom>
          <a:noFill/>
          <a:ln w="22225" cap="rnd" cmpd="sng">
            <a:solidFill>
              <a:srgbClr val="0074BD"/>
            </a:solidFill>
            <a:prstDash val="dot"/>
            <a:round/>
            <a:headEnd type="none" w="sm" len="sm"/>
            <a:tailEnd type="oval" w="med" len="med"/>
          </a:ln>
        </p:spPr>
      </p:cxnSp>
      <p:cxnSp>
        <p:nvCxnSpPr>
          <p:cNvPr id="59" name="Google Shape;101;p15">
            <a:extLst>
              <a:ext uri="{FF2B5EF4-FFF2-40B4-BE49-F238E27FC236}">
                <a16:creationId xmlns:a16="http://schemas.microsoft.com/office/drawing/2014/main" id="{E01F1F89-9F16-41B1-871B-C19A2A56F473}"/>
              </a:ext>
            </a:extLst>
          </p:cNvPr>
          <p:cNvCxnSpPr/>
          <p:nvPr/>
        </p:nvCxnSpPr>
        <p:spPr>
          <a:xfrm>
            <a:off x="5573597" y="1998837"/>
            <a:ext cx="0" cy="2931240"/>
          </a:xfrm>
          <a:prstGeom prst="straightConnector1">
            <a:avLst/>
          </a:prstGeom>
          <a:noFill/>
          <a:ln w="22225" cap="rnd" cmpd="sng">
            <a:solidFill>
              <a:srgbClr val="0074BD"/>
            </a:solidFill>
            <a:prstDash val="dot"/>
            <a:round/>
            <a:headEnd type="none" w="sm" len="sm"/>
            <a:tailEnd type="oval" w="med" len="med"/>
          </a:ln>
        </p:spPr>
      </p:cxnSp>
      <p:cxnSp>
        <p:nvCxnSpPr>
          <p:cNvPr id="60" name="Google Shape;102;p15">
            <a:extLst>
              <a:ext uri="{FF2B5EF4-FFF2-40B4-BE49-F238E27FC236}">
                <a16:creationId xmlns:a16="http://schemas.microsoft.com/office/drawing/2014/main" id="{CDD8B520-0B80-489C-93C4-8C33FC39F820}"/>
              </a:ext>
            </a:extLst>
          </p:cNvPr>
          <p:cNvCxnSpPr/>
          <p:nvPr/>
        </p:nvCxnSpPr>
        <p:spPr>
          <a:xfrm>
            <a:off x="8956784" y="1998837"/>
            <a:ext cx="0" cy="2931240"/>
          </a:xfrm>
          <a:prstGeom prst="straightConnector1">
            <a:avLst/>
          </a:prstGeom>
          <a:noFill/>
          <a:ln w="22225" cap="rnd" cmpd="sng">
            <a:solidFill>
              <a:srgbClr val="0074BD"/>
            </a:solidFill>
            <a:prstDash val="dot"/>
            <a:round/>
            <a:headEnd type="none" w="sm" len="sm"/>
            <a:tailEnd type="oval" w="med" len="med"/>
          </a:ln>
        </p:spPr>
      </p:cxnSp>
      <p:sp>
        <p:nvSpPr>
          <p:cNvPr id="64" name="Google Shape;106;p15">
            <a:extLst>
              <a:ext uri="{FF2B5EF4-FFF2-40B4-BE49-F238E27FC236}">
                <a16:creationId xmlns:a16="http://schemas.microsoft.com/office/drawing/2014/main" id="{E6FA9F28-7484-4CEA-930C-F06329393E14}"/>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3</a:t>
            </a:fld>
            <a:endParaRPr lang="ru" sz="1000" dirty="0">
              <a:latin typeface="+mj-lt"/>
              <a:ea typeface="Montserrat"/>
              <a:cs typeface="Montserrat"/>
              <a:sym typeface="Montserrat"/>
            </a:endParaRPr>
          </a:p>
        </p:txBody>
      </p:sp>
      <p:sp>
        <p:nvSpPr>
          <p:cNvPr id="66" name="Google Shape;104;p15">
            <a:extLst>
              <a:ext uri="{FF2B5EF4-FFF2-40B4-BE49-F238E27FC236}">
                <a16:creationId xmlns:a16="http://schemas.microsoft.com/office/drawing/2014/main" id="{6C927574-A260-436A-AB58-AB478BA4860A}"/>
              </a:ext>
            </a:extLst>
          </p:cNvPr>
          <p:cNvSpPr/>
          <p:nvPr/>
        </p:nvSpPr>
        <p:spPr>
          <a:xfrm>
            <a:off x="293158" y="1306461"/>
            <a:ext cx="965076" cy="76801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ru" sz="1600" b="1" i="0" u="none" strike="noStrike" cap="none" dirty="0">
                <a:solidFill>
                  <a:srgbClr val="3C90DC"/>
                </a:solidFill>
                <a:latin typeface="+mj-lt"/>
                <a:ea typeface="Montserrat"/>
                <a:cs typeface="Montserrat"/>
                <a:sym typeface="Montserrat"/>
              </a:rPr>
              <a:t>2022</a:t>
            </a:r>
            <a:endParaRPr sz="1600" b="1" i="0" u="none" strike="noStrike" cap="none" dirty="0">
              <a:solidFill>
                <a:srgbClr val="3C90DC"/>
              </a:solidFill>
              <a:latin typeface="+mj-lt"/>
              <a:ea typeface="Montserrat"/>
              <a:cs typeface="Montserrat"/>
              <a:sym typeface="Montserrat"/>
            </a:endParaRPr>
          </a:p>
        </p:txBody>
      </p:sp>
      <p:sp>
        <p:nvSpPr>
          <p:cNvPr id="67" name="Google Shape;104;p15">
            <a:extLst>
              <a:ext uri="{FF2B5EF4-FFF2-40B4-BE49-F238E27FC236}">
                <a16:creationId xmlns:a16="http://schemas.microsoft.com/office/drawing/2014/main" id="{1DF1F4C4-13E7-46E2-8515-A169D87D816A}"/>
              </a:ext>
            </a:extLst>
          </p:cNvPr>
          <p:cNvSpPr/>
          <p:nvPr/>
        </p:nvSpPr>
        <p:spPr>
          <a:xfrm>
            <a:off x="6636410" y="1306461"/>
            <a:ext cx="965076" cy="76801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ru" sz="1600" b="1" i="0" u="none" strike="noStrike" cap="none" dirty="0">
                <a:solidFill>
                  <a:srgbClr val="3C90DC"/>
                </a:solidFill>
                <a:latin typeface="+mj-lt"/>
                <a:ea typeface="Montserrat"/>
                <a:cs typeface="Montserrat"/>
                <a:sym typeface="Montserrat"/>
              </a:rPr>
              <a:t>2023</a:t>
            </a:r>
            <a:endParaRPr sz="1600" b="1" i="0" u="none" strike="noStrike" cap="none" dirty="0">
              <a:solidFill>
                <a:srgbClr val="3C90DC"/>
              </a:solidFill>
              <a:latin typeface="+mj-lt"/>
              <a:ea typeface="Montserrat"/>
              <a:cs typeface="Montserrat"/>
              <a:sym typeface="Montserrat"/>
            </a:endParaRPr>
          </a:p>
        </p:txBody>
      </p:sp>
    </p:spTree>
    <p:extLst>
      <p:ext uri="{BB962C8B-B14F-4D97-AF65-F5344CB8AC3E}">
        <p14:creationId xmlns:p14="http://schemas.microsoft.com/office/powerpoint/2010/main" val="1588130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29" name="Google Shape;67;p15">
            <a:extLst>
              <a:ext uri="{FF2B5EF4-FFF2-40B4-BE49-F238E27FC236}">
                <a16:creationId xmlns:a16="http://schemas.microsoft.com/office/drawing/2014/main" id="{647C30F4-4984-4A1E-8FEB-6CB697A1F9C3}"/>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a:t>
            </a:r>
            <a:r>
              <a:rPr lang="ru-RU" sz="1600" b="1" i="0" u="none" strike="noStrike" cap="none" dirty="0">
                <a:solidFill>
                  <a:schemeClr val="dk1"/>
                </a:solidFill>
                <a:latin typeface="+mj-lt"/>
                <a:ea typeface="Montserrat Light"/>
                <a:cs typeface="Montserrat Light"/>
                <a:sym typeface="Montserrat Light"/>
              </a:rPr>
              <a:t> </a:t>
            </a:r>
            <a:endParaRPr sz="1600" b="1"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64" name="Google Shape;106;p15">
            <a:extLst>
              <a:ext uri="{FF2B5EF4-FFF2-40B4-BE49-F238E27FC236}">
                <a16:creationId xmlns:a16="http://schemas.microsoft.com/office/drawing/2014/main" id="{E6FA9F28-7484-4CEA-930C-F06329393E14}"/>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4</a:t>
            </a:fld>
            <a:endParaRPr lang="ru" sz="1000" dirty="0">
              <a:latin typeface="+mj-lt"/>
              <a:ea typeface="Montserrat"/>
              <a:cs typeface="Montserrat"/>
              <a:sym typeface="Montserrat"/>
            </a:endParaRPr>
          </a:p>
        </p:txBody>
      </p:sp>
      <p:sp>
        <p:nvSpPr>
          <p:cNvPr id="61" name="Google Shape;161;p17">
            <a:extLst>
              <a:ext uri="{FF2B5EF4-FFF2-40B4-BE49-F238E27FC236}">
                <a16:creationId xmlns:a16="http://schemas.microsoft.com/office/drawing/2014/main" id="{5BC53A23-7010-465E-A460-B545147EE951}"/>
              </a:ext>
            </a:extLst>
          </p:cNvPr>
          <p:cNvSpPr txBox="1"/>
          <p:nvPr/>
        </p:nvSpPr>
        <p:spPr>
          <a:xfrm>
            <a:off x="34416" y="2169833"/>
            <a:ext cx="3891649" cy="2046684"/>
          </a:xfrm>
          <a:prstGeom prst="rect">
            <a:avLst/>
          </a:prstGeom>
          <a:noFill/>
          <a:ln>
            <a:noFill/>
          </a:ln>
        </p:spPr>
        <p:txBody>
          <a:bodyPr spcFirstLastPara="1" wrap="square" lIns="91425" tIns="91425" rIns="91425" bIns="91425" anchor="t" anchorCtr="0">
            <a:spAutoFit/>
          </a:bodyPr>
          <a:lstStyle/>
          <a:p>
            <a:pPr marL="450000" indent="-147149">
              <a:buClr>
                <a:srgbClr val="0074BD"/>
              </a:buClr>
              <a:buSzPts val="900"/>
              <a:buFont typeface="Montserrat"/>
              <a:buChar char="●"/>
            </a:pPr>
            <a:r>
              <a:rPr lang="ru-RU" sz="1100" dirty="0">
                <a:latin typeface="+mj-lt"/>
                <a:ea typeface="Montserrat"/>
                <a:cs typeface="Montserrat"/>
                <a:sym typeface="Montserrat"/>
              </a:rPr>
              <a:t>Созданы</a:t>
            </a:r>
          </a:p>
          <a:p>
            <a:pPr marL="450000" indent="-147149">
              <a:buClr>
                <a:srgbClr val="0074BD"/>
              </a:buClr>
              <a:buSzPts val="900"/>
              <a:buFont typeface="Montserrat"/>
              <a:buChar char="●"/>
            </a:pPr>
            <a:endParaRPr lang="ru-RU" sz="1100" dirty="0">
              <a:latin typeface="+mj-lt"/>
              <a:ea typeface="Montserrat"/>
              <a:cs typeface="Montserrat"/>
              <a:sym typeface="Montserrat"/>
            </a:endParaRPr>
          </a:p>
          <a:p>
            <a:pPr marL="450000" indent="-147149">
              <a:buClr>
                <a:srgbClr val="0074BD"/>
              </a:buClr>
              <a:buSzPts val="900"/>
              <a:buFont typeface="Montserrat"/>
              <a:buChar char="●"/>
            </a:pPr>
            <a:r>
              <a:rPr lang="ru-RU" sz="1100" dirty="0">
                <a:latin typeface="+mj-lt"/>
                <a:ea typeface="Montserrat"/>
                <a:cs typeface="Montserrat"/>
                <a:sym typeface="Montserrat"/>
              </a:rPr>
              <a:t>Создана</a:t>
            </a:r>
            <a:endParaRPr lang="ru-RU" sz="1100" b="1" dirty="0">
              <a:solidFill>
                <a:schemeClr val="tx1">
                  <a:lumMod val="65000"/>
                  <a:lumOff val="35000"/>
                </a:schemeClr>
              </a:solidFill>
              <a:latin typeface="+mj-lt"/>
              <a:ea typeface="Montserrat"/>
              <a:cs typeface="Montserrat"/>
              <a:sym typeface="Montserrat"/>
            </a:endParaRPr>
          </a:p>
          <a:p>
            <a:pPr marL="450000" indent="-147149">
              <a:buClr>
                <a:srgbClr val="0074BD"/>
              </a:buClr>
              <a:buSzPts val="900"/>
              <a:buFont typeface="Montserrat"/>
              <a:buChar char="●"/>
            </a:pPr>
            <a:endParaRPr lang="ru-RU" sz="1100" dirty="0">
              <a:latin typeface="+mj-lt"/>
              <a:ea typeface="Montserrat"/>
              <a:cs typeface="Montserrat"/>
              <a:sym typeface="Montserrat"/>
            </a:endParaRPr>
          </a:p>
          <a:p>
            <a:pPr marL="450000" indent="-147149">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40%</a:t>
            </a:r>
            <a:br>
              <a:rPr lang="ru-RU" sz="1100" dirty="0">
                <a:latin typeface="+mj-lt"/>
                <a:ea typeface="Montserrat"/>
                <a:cs typeface="Montserrat"/>
                <a:sym typeface="Montserrat"/>
              </a:rPr>
            </a:br>
            <a:endParaRPr lang="ru-RU" sz="1100" dirty="0">
              <a:latin typeface="+mj-lt"/>
              <a:ea typeface="Montserrat"/>
              <a:cs typeface="Montserrat"/>
              <a:sym typeface="Montserrat"/>
            </a:endParaRPr>
          </a:p>
          <a:p>
            <a:pPr marL="450000" indent="-147149">
              <a:buClr>
                <a:srgbClr val="0074BD"/>
              </a:buClr>
              <a:buSzPts val="900"/>
              <a:buFont typeface="Montserrat"/>
              <a:buChar char="●"/>
            </a:pPr>
            <a:r>
              <a:rPr lang="ru-RU" sz="1100" dirty="0">
                <a:latin typeface="+mj-lt"/>
                <a:ea typeface="Montserrat"/>
                <a:cs typeface="Montserrat"/>
                <a:sym typeface="Montserrat"/>
              </a:rPr>
              <a:t>Создан</a:t>
            </a:r>
          </a:p>
          <a:p>
            <a:pPr marL="450000" indent="-147149">
              <a:buClr>
                <a:srgbClr val="0074BD"/>
              </a:buClr>
              <a:buSzPts val="900"/>
              <a:buFont typeface="Montserrat"/>
              <a:buChar char="●"/>
            </a:pPr>
            <a:endParaRPr lang="ru-RU" sz="1100" dirty="0">
              <a:latin typeface="+mj-lt"/>
              <a:ea typeface="Montserrat"/>
              <a:cs typeface="Montserrat"/>
              <a:sym typeface="Montserrat"/>
            </a:endParaRPr>
          </a:p>
          <a:p>
            <a:pPr marL="450000" indent="-147149">
              <a:buClr>
                <a:srgbClr val="0074BD"/>
              </a:buClr>
              <a:buSzPts val="900"/>
              <a:buFont typeface="Montserrat"/>
              <a:buChar char="●"/>
            </a:pPr>
            <a:r>
              <a:rPr lang="ru-RU" sz="1100" dirty="0">
                <a:latin typeface="+mj-lt"/>
                <a:ea typeface="Montserrat"/>
                <a:cs typeface="Montserrat"/>
                <a:sym typeface="Montserrat"/>
              </a:rPr>
              <a:t>Внедрена </a:t>
            </a:r>
            <a:r>
              <a:rPr lang="ru-RU" sz="1100" b="1" dirty="0">
                <a:solidFill>
                  <a:schemeClr val="tx1">
                    <a:lumMod val="65000"/>
                    <a:lumOff val="35000"/>
                  </a:schemeClr>
                </a:solidFill>
                <a:latin typeface="+mj-lt"/>
                <a:ea typeface="Montserrat"/>
                <a:cs typeface="Montserrat"/>
                <a:sym typeface="Montserrat"/>
              </a:rPr>
              <a:t>модель</a:t>
            </a:r>
            <a:br>
              <a:rPr lang="ru-RU" sz="1100" dirty="0">
                <a:latin typeface="+mj-lt"/>
                <a:ea typeface="Montserrat"/>
                <a:cs typeface="Montserrat"/>
                <a:sym typeface="Montserrat"/>
              </a:rPr>
            </a:br>
            <a:endParaRPr lang="ru-RU" sz="1100" dirty="0">
              <a:latin typeface="+mj-lt"/>
              <a:ea typeface="Montserrat"/>
              <a:cs typeface="Montserrat"/>
              <a:sym typeface="Montserrat"/>
            </a:endParaRPr>
          </a:p>
          <a:p>
            <a:pPr marL="450000" indent="-147149">
              <a:buClr>
                <a:srgbClr val="0074BD"/>
              </a:buClr>
              <a:buSzPts val="900"/>
              <a:buFont typeface="Montserrat"/>
              <a:buChar char="●"/>
            </a:pPr>
            <a:r>
              <a:rPr lang="ru-RU" sz="1100" dirty="0">
                <a:latin typeface="+mj-lt"/>
                <a:ea typeface="Montserrat"/>
                <a:cs typeface="Montserrat"/>
                <a:sym typeface="Montserrat"/>
              </a:rPr>
              <a:t>Создан </a:t>
            </a:r>
            <a:r>
              <a:rPr lang="ru-RU" sz="1100" b="1" dirty="0">
                <a:solidFill>
                  <a:schemeClr val="tx1">
                    <a:lumMod val="65000"/>
                    <a:lumOff val="35000"/>
                  </a:schemeClr>
                </a:solidFill>
                <a:latin typeface="+mj-lt"/>
                <a:ea typeface="Montserrat"/>
                <a:cs typeface="Montserrat"/>
                <a:sym typeface="Montserrat"/>
              </a:rPr>
              <a:t>Центр</a:t>
            </a:r>
          </a:p>
        </p:txBody>
      </p:sp>
      <p:sp>
        <p:nvSpPr>
          <p:cNvPr id="63" name="Google Shape;157;p17">
            <a:extLst>
              <a:ext uri="{FF2B5EF4-FFF2-40B4-BE49-F238E27FC236}">
                <a16:creationId xmlns:a16="http://schemas.microsoft.com/office/drawing/2014/main" id="{ADE659F1-CA15-4B42-9277-50686A2E957D}"/>
              </a:ext>
            </a:extLst>
          </p:cNvPr>
          <p:cNvSpPr/>
          <p:nvPr/>
        </p:nvSpPr>
        <p:spPr>
          <a:xfrm>
            <a:off x="467646" y="1515026"/>
            <a:ext cx="1189662" cy="562491"/>
          </a:xfrm>
          <a:prstGeom prst="rect">
            <a:avLst/>
          </a:prstGeom>
          <a:noFill/>
          <a:ln>
            <a:noFill/>
          </a:ln>
        </p:spPr>
        <p:txBody>
          <a:bodyPr spcFirstLastPara="1" wrap="square" lIns="68575" tIns="34275" rIns="68575" bIns="34275" anchor="t" anchorCtr="0">
            <a:noAutofit/>
          </a:bodyPr>
          <a:lstStyle/>
          <a:p>
            <a:pPr>
              <a:buSzPts val="1400"/>
            </a:pPr>
            <a:r>
              <a:rPr lang="ru-RU" b="1" dirty="0">
                <a:solidFill>
                  <a:srgbClr val="3C90DC"/>
                </a:solidFill>
                <a:latin typeface="+mj-lt"/>
                <a:ea typeface="Montserrat"/>
                <a:cs typeface="Montserrat"/>
                <a:sym typeface="Montserrat"/>
              </a:rPr>
              <a:t>СПИСОК 1</a:t>
            </a:r>
          </a:p>
        </p:txBody>
      </p:sp>
      <p:sp>
        <p:nvSpPr>
          <p:cNvPr id="67" name="Google Shape;161;p17">
            <a:extLst>
              <a:ext uri="{FF2B5EF4-FFF2-40B4-BE49-F238E27FC236}">
                <a16:creationId xmlns:a16="http://schemas.microsoft.com/office/drawing/2014/main" id="{DD5BA1F2-2DC2-4B6C-9380-866670FC302D}"/>
              </a:ext>
            </a:extLst>
          </p:cNvPr>
          <p:cNvSpPr txBox="1"/>
          <p:nvPr/>
        </p:nvSpPr>
        <p:spPr>
          <a:xfrm>
            <a:off x="4218873" y="2164835"/>
            <a:ext cx="4059092" cy="2046684"/>
          </a:xfrm>
          <a:prstGeom prst="rect">
            <a:avLst/>
          </a:prstGeom>
          <a:noFill/>
          <a:ln>
            <a:noFill/>
          </a:ln>
        </p:spPr>
        <p:txBody>
          <a:bodyPr spcFirstLastPara="1" wrap="square" lIns="91425" tIns="91425" rIns="91425" bIns="91425" anchor="t" anchorCtr="0">
            <a:spAutoFit/>
          </a:bodyPr>
          <a:lstStyle/>
          <a:p>
            <a:pPr marL="450000" lvl="0" indent="-147149">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Запущена</a:t>
            </a:r>
          </a:p>
          <a:p>
            <a:pPr marL="450000" lvl="0" indent="-147149">
              <a:buClr>
                <a:srgbClr val="0074BD"/>
              </a:buClr>
              <a:buSzPts val="900"/>
              <a:buFont typeface="Montserrat"/>
              <a:buChar char="●"/>
            </a:pPr>
            <a:endParaRPr lang="ru-RU" sz="1100" dirty="0">
              <a:latin typeface="+mj-lt"/>
              <a:ea typeface="Montserrat"/>
              <a:cs typeface="Montserrat"/>
              <a:sym typeface="Montserrat"/>
            </a:endParaRPr>
          </a:p>
          <a:p>
            <a:pPr marL="450000" lvl="0" indent="-147149">
              <a:buClr>
                <a:srgbClr val="0074BD"/>
              </a:buClr>
              <a:buSzPts val="900"/>
              <a:buFont typeface="Montserrat"/>
              <a:buChar char="●"/>
            </a:pPr>
            <a:r>
              <a:rPr lang="ru-RU" sz="1100" dirty="0">
                <a:latin typeface="+mj-lt"/>
                <a:ea typeface="Montserrat"/>
                <a:cs typeface="Montserrat"/>
                <a:sym typeface="Montserrat"/>
              </a:rPr>
              <a:t>Создан</a:t>
            </a:r>
            <a:br>
              <a:rPr lang="ru-RU" sz="1100" b="1" dirty="0">
                <a:solidFill>
                  <a:schemeClr val="tx1">
                    <a:lumMod val="65000"/>
                    <a:lumOff val="35000"/>
                  </a:schemeClr>
                </a:solidFill>
                <a:latin typeface="+mj-lt"/>
                <a:ea typeface="Montserrat"/>
                <a:cs typeface="Montserrat"/>
                <a:sym typeface="Montserrat"/>
              </a:rPr>
            </a:br>
            <a:endParaRPr lang="ru-RU" sz="1100" b="1" dirty="0">
              <a:solidFill>
                <a:schemeClr val="tx1">
                  <a:lumMod val="65000"/>
                  <a:lumOff val="35000"/>
                </a:schemeClr>
              </a:solidFill>
              <a:latin typeface="+mj-lt"/>
              <a:ea typeface="Montserrat"/>
              <a:cs typeface="Montserrat"/>
              <a:sym typeface="Montserrat"/>
            </a:endParaRPr>
          </a:p>
          <a:p>
            <a:pPr marL="450000" lvl="0" indent="-147149">
              <a:buClr>
                <a:srgbClr val="0074BD"/>
              </a:buClr>
              <a:buSzPts val="900"/>
              <a:buFont typeface="Montserrat"/>
              <a:buChar char="●"/>
            </a:pPr>
            <a:r>
              <a:rPr lang="ru-RU" sz="1100" dirty="0">
                <a:latin typeface="+mj-lt"/>
                <a:ea typeface="Montserrat"/>
                <a:cs typeface="Montserrat"/>
                <a:sym typeface="Montserrat"/>
              </a:rPr>
              <a:t>Создано </a:t>
            </a:r>
            <a:r>
              <a:rPr lang="ru-RU" sz="1100" b="1" dirty="0">
                <a:solidFill>
                  <a:schemeClr val="tx1">
                    <a:lumMod val="65000"/>
                    <a:lumOff val="35000"/>
                  </a:schemeClr>
                </a:solidFill>
                <a:latin typeface="+mj-lt"/>
                <a:ea typeface="Montserrat"/>
                <a:cs typeface="Montserrat"/>
                <a:sym typeface="Montserrat"/>
              </a:rPr>
              <a:t>1500</a:t>
            </a:r>
          </a:p>
          <a:p>
            <a:pPr marL="450000" lvl="0" indent="-147149">
              <a:buClr>
                <a:srgbClr val="0074BD"/>
              </a:buClr>
              <a:buSzPts val="900"/>
              <a:buFont typeface="Montserrat"/>
              <a:buChar char="●"/>
            </a:pPr>
            <a:endParaRPr lang="ru-RU" sz="1100" b="1" dirty="0">
              <a:latin typeface="+mj-lt"/>
              <a:ea typeface="Montserrat"/>
              <a:cs typeface="Montserrat"/>
              <a:sym typeface="Montserrat"/>
            </a:endParaRPr>
          </a:p>
          <a:p>
            <a:pPr marL="450000" lvl="0" indent="-147149">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75 %</a:t>
            </a:r>
            <a:br>
              <a:rPr lang="ru-RU" sz="1100" dirty="0">
                <a:latin typeface="+mj-lt"/>
                <a:ea typeface="Montserrat"/>
                <a:cs typeface="Montserrat"/>
                <a:sym typeface="Montserrat"/>
              </a:rPr>
            </a:br>
            <a:endParaRPr lang="ru-RU" sz="1100" dirty="0">
              <a:latin typeface="+mj-lt"/>
              <a:ea typeface="Montserrat"/>
              <a:cs typeface="Montserrat"/>
              <a:sym typeface="Montserrat"/>
            </a:endParaRPr>
          </a:p>
          <a:p>
            <a:pPr marL="450000" lvl="0" indent="-147149">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20</a:t>
            </a:r>
          </a:p>
          <a:p>
            <a:pPr marL="450000" lvl="0" indent="-147149">
              <a:buClr>
                <a:srgbClr val="0074BD"/>
              </a:buClr>
              <a:buSzPts val="900"/>
              <a:buFont typeface="Montserrat"/>
              <a:buChar char="●"/>
            </a:pPr>
            <a:endParaRPr lang="ru-RU" sz="1100" dirty="0">
              <a:latin typeface="+mj-lt"/>
              <a:ea typeface="Montserrat"/>
              <a:cs typeface="Montserrat"/>
              <a:sym typeface="Montserrat"/>
            </a:endParaRPr>
          </a:p>
          <a:p>
            <a:pPr marL="450000" lvl="0" indent="-147149">
              <a:buClr>
                <a:srgbClr val="0074BD"/>
              </a:buClr>
              <a:buSzPts val="900"/>
              <a:buFont typeface="Montserrat"/>
              <a:buChar char="●"/>
            </a:pPr>
            <a:r>
              <a:rPr lang="ru-RU" sz="1100" dirty="0">
                <a:latin typeface="+mj-lt"/>
                <a:ea typeface="Montserrat"/>
                <a:cs typeface="Montserrat"/>
                <a:sym typeface="Montserrat"/>
              </a:rPr>
              <a:t>Увеличение</a:t>
            </a:r>
          </a:p>
        </p:txBody>
      </p:sp>
      <p:sp>
        <p:nvSpPr>
          <p:cNvPr id="68" name="Google Shape;157;p17">
            <a:extLst>
              <a:ext uri="{FF2B5EF4-FFF2-40B4-BE49-F238E27FC236}">
                <a16:creationId xmlns:a16="http://schemas.microsoft.com/office/drawing/2014/main" id="{21B4D64B-0AC6-4F87-81EB-71353970C804}"/>
              </a:ext>
            </a:extLst>
          </p:cNvPr>
          <p:cNvSpPr/>
          <p:nvPr/>
        </p:nvSpPr>
        <p:spPr>
          <a:xfrm>
            <a:off x="4652104" y="1510029"/>
            <a:ext cx="2016602" cy="562491"/>
          </a:xfrm>
          <a:prstGeom prst="rect">
            <a:avLst/>
          </a:prstGeom>
          <a:noFill/>
          <a:ln>
            <a:noFill/>
          </a:ln>
        </p:spPr>
        <p:txBody>
          <a:bodyPr spcFirstLastPara="1" wrap="square" lIns="68575" tIns="34275" rIns="68575" bIns="34275" anchor="t" anchorCtr="0">
            <a:noAutofit/>
          </a:bodyPr>
          <a:lstStyle/>
          <a:p>
            <a:pPr>
              <a:buSzPts val="1400"/>
            </a:pPr>
            <a:r>
              <a:rPr lang="ru-RU" b="1" dirty="0">
                <a:solidFill>
                  <a:srgbClr val="3C90DC"/>
                </a:solidFill>
                <a:latin typeface="+mj-lt"/>
                <a:ea typeface="Montserrat"/>
                <a:cs typeface="Montserrat"/>
                <a:sym typeface="Montserrat"/>
              </a:rPr>
              <a:t>СПИСОК 2</a:t>
            </a:r>
          </a:p>
        </p:txBody>
      </p:sp>
      <p:sp>
        <p:nvSpPr>
          <p:cNvPr id="69" name="Google Shape;161;p17">
            <a:extLst>
              <a:ext uri="{FF2B5EF4-FFF2-40B4-BE49-F238E27FC236}">
                <a16:creationId xmlns:a16="http://schemas.microsoft.com/office/drawing/2014/main" id="{9B8EB0CD-8DD3-4F4B-B70C-A8BB84E9DF3C}"/>
              </a:ext>
            </a:extLst>
          </p:cNvPr>
          <p:cNvSpPr txBox="1"/>
          <p:nvPr/>
        </p:nvSpPr>
        <p:spPr>
          <a:xfrm>
            <a:off x="8667571" y="2169833"/>
            <a:ext cx="3449874" cy="1351622"/>
          </a:xfrm>
          <a:prstGeom prst="rect">
            <a:avLst/>
          </a:prstGeom>
          <a:noFill/>
          <a:ln>
            <a:noFill/>
          </a:ln>
        </p:spPr>
        <p:txBody>
          <a:bodyPr spcFirstLastPara="1" wrap="square" lIns="91425" tIns="91425" rIns="91425" bIns="91425" anchor="t" anchorCtr="0">
            <a:spAutoFit/>
          </a:bodyPr>
          <a:lstStyle/>
          <a:p>
            <a:pPr marL="134999" lvl="0" indent="-147149">
              <a:spcBef>
                <a:spcPts val="500"/>
              </a:spcBef>
              <a:buClr>
                <a:srgbClr val="0074BD"/>
              </a:buClr>
              <a:buSzPts val="900"/>
              <a:buFont typeface="Montserrat"/>
              <a:buChar char="●"/>
            </a:pPr>
            <a:r>
              <a:rPr lang="ru-RU" sz="1100" dirty="0">
                <a:latin typeface="+mj-lt"/>
                <a:ea typeface="Montserrat"/>
                <a:cs typeface="Montserrat"/>
                <a:sym typeface="Montserrat"/>
              </a:rPr>
              <a:t>Университет</a:t>
            </a:r>
          </a:p>
          <a:p>
            <a:pPr marL="134999" lvl="0" indent="-147149">
              <a:spcBef>
                <a:spcPts val="500"/>
              </a:spcBef>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на</a:t>
            </a:r>
            <a:r>
              <a:rPr lang="ru-RU" sz="1100" dirty="0">
                <a:latin typeface="+mj-lt"/>
                <a:ea typeface="Montserrat"/>
                <a:cs typeface="Montserrat"/>
                <a:sym typeface="Montserrat"/>
              </a:rPr>
              <a:t> </a:t>
            </a:r>
            <a:r>
              <a:rPr lang="ru-RU" sz="1100" b="1" dirty="0">
                <a:solidFill>
                  <a:schemeClr val="tx1">
                    <a:lumMod val="65000"/>
                    <a:lumOff val="35000"/>
                  </a:schemeClr>
                </a:solidFill>
                <a:latin typeface="+mj-lt"/>
                <a:ea typeface="Montserrat"/>
                <a:cs typeface="Montserrat"/>
                <a:sym typeface="Montserrat"/>
              </a:rPr>
              <a:t>150 % увеличен </a:t>
            </a:r>
          </a:p>
          <a:p>
            <a:pPr marL="134999" lvl="0" indent="-147149">
              <a:spcBef>
                <a:spcPts val="500"/>
              </a:spcBef>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25%</a:t>
            </a:r>
          </a:p>
          <a:p>
            <a:pPr marL="134999" lvl="0" indent="-147149">
              <a:spcBef>
                <a:spcPts val="500"/>
              </a:spcBef>
              <a:buClr>
                <a:srgbClr val="0074BD"/>
              </a:buClr>
              <a:buSzPts val="900"/>
              <a:buFont typeface="Montserrat"/>
              <a:buChar char="●"/>
            </a:pPr>
            <a:r>
              <a:rPr lang="ru-RU" sz="1100" dirty="0">
                <a:latin typeface="+mj-lt"/>
                <a:ea typeface="Montserrat"/>
                <a:cs typeface="Montserrat"/>
                <a:sym typeface="Montserrat"/>
              </a:rPr>
              <a:t>создано </a:t>
            </a:r>
            <a:r>
              <a:rPr lang="ru-RU" sz="1100" b="1" dirty="0">
                <a:solidFill>
                  <a:schemeClr val="tx1">
                    <a:lumMod val="65000"/>
                    <a:lumOff val="35000"/>
                  </a:schemeClr>
                </a:solidFill>
                <a:latin typeface="+mj-lt"/>
                <a:ea typeface="Montserrat"/>
                <a:cs typeface="Montserrat"/>
                <a:sym typeface="Montserrat"/>
              </a:rPr>
              <a:t>3500 </a:t>
            </a:r>
          </a:p>
          <a:p>
            <a:pPr marL="134999" lvl="0" indent="-147149">
              <a:spcBef>
                <a:spcPts val="500"/>
              </a:spcBef>
              <a:buClr>
                <a:srgbClr val="0074BD"/>
              </a:buClr>
              <a:buSzPts val="900"/>
              <a:buFont typeface="Montserrat"/>
              <a:buChar char="●"/>
            </a:pPr>
            <a:r>
              <a:rPr lang="ru-RU" sz="1100" b="1" dirty="0">
                <a:solidFill>
                  <a:schemeClr val="tx1">
                    <a:lumMod val="65000"/>
                    <a:lumOff val="35000"/>
                  </a:schemeClr>
                </a:solidFill>
                <a:latin typeface="+mj-lt"/>
                <a:ea typeface="Montserrat"/>
                <a:cs typeface="Montserrat"/>
                <a:sym typeface="Montserrat"/>
              </a:rPr>
              <a:t>на 200 % увеличен</a:t>
            </a:r>
            <a:endParaRPr lang="ru-RU" sz="1100" dirty="0">
              <a:latin typeface="+mj-lt"/>
              <a:ea typeface="Montserrat"/>
              <a:cs typeface="Montserrat"/>
              <a:sym typeface="Montserrat"/>
            </a:endParaRPr>
          </a:p>
        </p:txBody>
      </p:sp>
      <p:sp>
        <p:nvSpPr>
          <p:cNvPr id="70" name="Google Shape;157;p17">
            <a:extLst>
              <a:ext uri="{FF2B5EF4-FFF2-40B4-BE49-F238E27FC236}">
                <a16:creationId xmlns:a16="http://schemas.microsoft.com/office/drawing/2014/main" id="{3D12F937-9C22-4BED-9CAA-705702170CA2}"/>
              </a:ext>
            </a:extLst>
          </p:cNvPr>
          <p:cNvSpPr/>
          <p:nvPr/>
        </p:nvSpPr>
        <p:spPr>
          <a:xfrm>
            <a:off x="8667569" y="1515026"/>
            <a:ext cx="2016602" cy="562491"/>
          </a:xfrm>
          <a:prstGeom prst="rect">
            <a:avLst/>
          </a:prstGeom>
          <a:noFill/>
          <a:ln>
            <a:noFill/>
          </a:ln>
        </p:spPr>
        <p:txBody>
          <a:bodyPr spcFirstLastPara="1" wrap="square" lIns="68575" tIns="34275" rIns="68575" bIns="34275" anchor="t" anchorCtr="0">
            <a:noAutofit/>
          </a:bodyPr>
          <a:lstStyle/>
          <a:p>
            <a:pPr>
              <a:buSzPts val="1400"/>
            </a:pPr>
            <a:r>
              <a:rPr lang="ru-RU" b="1" dirty="0">
                <a:solidFill>
                  <a:srgbClr val="3C90DC"/>
                </a:solidFill>
                <a:latin typeface="+mj-lt"/>
                <a:ea typeface="Montserrat"/>
                <a:cs typeface="Montserrat"/>
                <a:sym typeface="Montserrat"/>
              </a:rPr>
              <a:t>СПИСОК 3</a:t>
            </a:r>
          </a:p>
        </p:txBody>
      </p:sp>
      <p:cxnSp>
        <p:nvCxnSpPr>
          <p:cNvPr id="71" name="Google Shape;125;p16">
            <a:extLst>
              <a:ext uri="{FF2B5EF4-FFF2-40B4-BE49-F238E27FC236}">
                <a16:creationId xmlns:a16="http://schemas.microsoft.com/office/drawing/2014/main" id="{0055BC47-01BF-4272-8F0A-423B580A7F8B}"/>
              </a:ext>
            </a:extLst>
          </p:cNvPr>
          <p:cNvCxnSpPr/>
          <p:nvPr/>
        </p:nvCxnSpPr>
        <p:spPr>
          <a:xfrm>
            <a:off x="4230432" y="1598258"/>
            <a:ext cx="0" cy="4882885"/>
          </a:xfrm>
          <a:prstGeom prst="straightConnector1">
            <a:avLst/>
          </a:prstGeom>
          <a:noFill/>
          <a:ln w="9525" cap="flat" cmpd="sng">
            <a:solidFill>
              <a:schemeClr val="dk2"/>
            </a:solidFill>
            <a:prstDash val="dot"/>
            <a:round/>
            <a:headEnd type="none" w="sm" len="sm"/>
            <a:tailEnd type="none" w="sm" len="sm"/>
          </a:ln>
        </p:spPr>
      </p:cxnSp>
      <p:cxnSp>
        <p:nvCxnSpPr>
          <p:cNvPr id="72" name="Google Shape;125;p16">
            <a:extLst>
              <a:ext uri="{FF2B5EF4-FFF2-40B4-BE49-F238E27FC236}">
                <a16:creationId xmlns:a16="http://schemas.microsoft.com/office/drawing/2014/main" id="{D8AEA8C7-3B7A-47BA-B419-917607CA18D7}"/>
              </a:ext>
            </a:extLst>
          </p:cNvPr>
          <p:cNvCxnSpPr/>
          <p:nvPr/>
        </p:nvCxnSpPr>
        <p:spPr>
          <a:xfrm>
            <a:off x="8126356" y="1598258"/>
            <a:ext cx="0" cy="4882885"/>
          </a:xfrm>
          <a:prstGeom prst="straightConnector1">
            <a:avLst/>
          </a:prstGeom>
          <a:noFill/>
          <a:ln w="9525" cap="flat" cmpd="sng">
            <a:solidFill>
              <a:schemeClr val="dk2"/>
            </a:solidFill>
            <a:prstDash val="dot"/>
            <a:round/>
            <a:headEnd type="none" w="sm" len="sm"/>
            <a:tailEnd type="none" w="sm" len="sm"/>
          </a:ln>
        </p:spPr>
      </p:cxnSp>
    </p:spTree>
    <p:extLst>
      <p:ext uri="{BB962C8B-B14F-4D97-AF65-F5344CB8AC3E}">
        <p14:creationId xmlns:p14="http://schemas.microsoft.com/office/powerpoint/2010/main" val="1766017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Picture 2" descr="C:\Users\Софья\Desktop\Приоритет 2030\archive\archive\222.jpg"/>
          <p:cNvPicPr>
            <a:picLocks noChangeAspect="1" noChangeArrowheads="1"/>
          </p:cNvPicPr>
          <p:nvPr/>
        </p:nvPicPr>
        <p:blipFill>
          <a:blip r:embed="rId2"/>
          <a:srcRect t="13391" r="-3907" b="19429"/>
          <a:stretch>
            <a:fillRect/>
          </a:stretch>
        </p:blipFill>
        <p:spPr bwMode="auto">
          <a:xfrm>
            <a:off x="736600" y="0"/>
            <a:ext cx="10312400" cy="6858001"/>
          </a:xfrm>
          <a:prstGeom prst="rect">
            <a:avLst/>
          </a:prstGeom>
          <a:noFill/>
        </p:spPr>
      </p:pic>
      <p:cxnSp>
        <p:nvCxnSpPr>
          <p:cNvPr id="65" name="Google Shape;667;p81"/>
          <p:cNvCxnSpPr/>
          <p:nvPr/>
        </p:nvCxnSpPr>
        <p:spPr>
          <a:xfrm rot="5400000">
            <a:off x="1244344" y="5724924"/>
            <a:ext cx="2267742" cy="1588"/>
          </a:xfrm>
          <a:prstGeom prst="straightConnector1">
            <a:avLst/>
          </a:prstGeom>
          <a:noFill/>
          <a:ln w="9525" cap="flat" cmpd="sng">
            <a:solidFill>
              <a:schemeClr val="bg1">
                <a:lumMod val="85000"/>
              </a:schemeClr>
            </a:solidFill>
            <a:prstDash val="dash"/>
            <a:round/>
            <a:headEnd type="none" w="med" len="med"/>
            <a:tailEnd type="none" w="med" len="med"/>
          </a:ln>
        </p:spPr>
      </p:cxnSp>
      <p:sp>
        <p:nvSpPr>
          <p:cNvPr id="60" name="Google Shape;154;gb6f6fa0e72_1_0"/>
          <p:cNvSpPr/>
          <p:nvPr/>
        </p:nvSpPr>
        <p:spPr>
          <a:xfrm rot="16200000">
            <a:off x="5980320" y="-480807"/>
            <a:ext cx="231359" cy="12192000"/>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1A72"/>
              </a:solidFill>
              <a:latin typeface="+mj-lt"/>
              <a:ea typeface="Arial"/>
              <a:cs typeface="Arial"/>
              <a:sym typeface="Arial"/>
            </a:endParaRPr>
          </a:p>
        </p:txBody>
      </p:sp>
      <p:sp>
        <p:nvSpPr>
          <p:cNvPr id="59" name="Google Shape;154;gb6f6fa0e72_1_0"/>
          <p:cNvSpPr/>
          <p:nvPr/>
        </p:nvSpPr>
        <p:spPr>
          <a:xfrm rot="16200000">
            <a:off x="5980320" y="-1395205"/>
            <a:ext cx="231359" cy="12192000"/>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45" name="Google Shape;457;gdf5f3faf46_0_472"/>
          <p:cNvSpPr/>
          <p:nvPr/>
        </p:nvSpPr>
        <p:spPr>
          <a:xfrm>
            <a:off x="150259" y="4630646"/>
            <a:ext cx="3212066" cy="483372"/>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363AD"/>
              </a:buClr>
              <a:buSzPts val="1200"/>
              <a:buFont typeface="Arial"/>
              <a:buNone/>
            </a:pPr>
            <a:r>
              <a:rPr lang="ru-RU" sz="1200" b="1" dirty="0">
                <a:solidFill>
                  <a:schemeClr val="bg1">
                    <a:lumMod val="50000"/>
                  </a:schemeClr>
                </a:solidFill>
                <a:latin typeface="+mj-lt"/>
              </a:rPr>
              <a:t>ТЕКУЩЕЕ СОСТОЯНИЕ</a:t>
            </a:r>
            <a:endParaRPr sz="1100" dirty="0">
              <a:solidFill>
                <a:schemeClr val="bg1">
                  <a:lumMod val="50000"/>
                </a:schemeClr>
              </a:solidFill>
              <a:latin typeface="+mj-lt"/>
            </a:endParaRPr>
          </a:p>
        </p:txBody>
      </p:sp>
      <p:sp>
        <p:nvSpPr>
          <p:cNvPr id="38" name="Google Shape;457;gdf5f3faf46_0_472"/>
          <p:cNvSpPr/>
          <p:nvPr/>
        </p:nvSpPr>
        <p:spPr>
          <a:xfrm>
            <a:off x="150259" y="5537334"/>
            <a:ext cx="1373107" cy="374516"/>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363AD"/>
              </a:buClr>
              <a:buSzPts val="1200"/>
              <a:buFont typeface="Arial"/>
              <a:buNone/>
            </a:pPr>
            <a:r>
              <a:rPr lang="ru-RU" sz="1200" b="1" dirty="0">
                <a:solidFill>
                  <a:srgbClr val="1F497D"/>
                </a:solidFill>
                <a:latin typeface="+mj-lt"/>
              </a:rPr>
              <a:t>РЕЗУЛЬТАТЫ</a:t>
            </a:r>
            <a:endParaRPr sz="1100" dirty="0">
              <a:solidFill>
                <a:srgbClr val="1F497D"/>
              </a:solidFill>
              <a:latin typeface="+mj-lt"/>
            </a:endParaRPr>
          </a:p>
        </p:txBody>
      </p:sp>
      <p:sp>
        <p:nvSpPr>
          <p:cNvPr id="39" name="Прямоугольник 38"/>
          <p:cNvSpPr/>
          <p:nvPr/>
        </p:nvSpPr>
        <p:spPr>
          <a:xfrm>
            <a:off x="890402" y="5011724"/>
            <a:ext cx="862737" cy="215444"/>
          </a:xfrm>
          <a:prstGeom prst="rect">
            <a:avLst/>
          </a:prstGeom>
        </p:spPr>
        <p:txBody>
          <a:bodyPr wrap="none">
            <a:spAutoFit/>
          </a:bodyPr>
          <a:lstStyle/>
          <a:p>
            <a:pPr lvl="0" algn="ctr"/>
            <a:r>
              <a:rPr lang="ru-RU" sz="800" dirty="0">
                <a:solidFill>
                  <a:schemeClr val="tx1"/>
                </a:solidFill>
                <a:latin typeface="+mj-lt"/>
              </a:rPr>
              <a:t>Введите текст</a:t>
            </a:r>
          </a:p>
        </p:txBody>
      </p:sp>
      <p:sp>
        <p:nvSpPr>
          <p:cNvPr id="41" name="Прямоугольник 40"/>
          <p:cNvSpPr/>
          <p:nvPr/>
        </p:nvSpPr>
        <p:spPr>
          <a:xfrm>
            <a:off x="285750" y="5928923"/>
            <a:ext cx="2072038"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46" name="Прямоугольник 45"/>
          <p:cNvSpPr/>
          <p:nvPr/>
        </p:nvSpPr>
        <p:spPr>
          <a:xfrm>
            <a:off x="2903168" y="5011724"/>
            <a:ext cx="862737" cy="215444"/>
          </a:xfrm>
          <a:prstGeom prst="rect">
            <a:avLst/>
          </a:prstGeom>
        </p:spPr>
        <p:txBody>
          <a:bodyPr wrap="none">
            <a:spAutoFit/>
          </a:bodyPr>
          <a:lstStyle/>
          <a:p>
            <a:pPr lvl="0" algn="ctr"/>
            <a:r>
              <a:rPr lang="ru-RU" sz="800" dirty="0">
                <a:solidFill>
                  <a:schemeClr val="tx1"/>
                </a:solidFill>
                <a:latin typeface="+mj-lt"/>
              </a:rPr>
              <a:t>Введите текст</a:t>
            </a:r>
          </a:p>
        </p:txBody>
      </p:sp>
      <p:sp>
        <p:nvSpPr>
          <p:cNvPr id="47" name="Прямоугольник 46"/>
          <p:cNvSpPr/>
          <p:nvPr/>
        </p:nvSpPr>
        <p:spPr>
          <a:xfrm>
            <a:off x="2431051" y="5928923"/>
            <a:ext cx="1806971"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48" name="Прямоугольник 47"/>
          <p:cNvSpPr/>
          <p:nvPr/>
        </p:nvSpPr>
        <p:spPr>
          <a:xfrm>
            <a:off x="4746786" y="5011724"/>
            <a:ext cx="862737" cy="215444"/>
          </a:xfrm>
          <a:prstGeom prst="rect">
            <a:avLst/>
          </a:prstGeom>
        </p:spPr>
        <p:txBody>
          <a:bodyPr wrap="none">
            <a:spAutoFit/>
          </a:bodyPr>
          <a:lstStyle/>
          <a:p>
            <a:pPr lvl="0" algn="ctr"/>
            <a:r>
              <a:rPr lang="ru-RU" sz="800" dirty="0">
                <a:solidFill>
                  <a:schemeClr val="tx1"/>
                </a:solidFill>
                <a:latin typeface="+mj-lt"/>
              </a:rPr>
              <a:t>Введите текст</a:t>
            </a:r>
          </a:p>
        </p:txBody>
      </p:sp>
      <p:sp>
        <p:nvSpPr>
          <p:cNvPr id="49" name="Прямоугольник 48"/>
          <p:cNvSpPr/>
          <p:nvPr/>
        </p:nvSpPr>
        <p:spPr>
          <a:xfrm>
            <a:off x="4092637" y="5928923"/>
            <a:ext cx="2171035"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52" name="Прямоугольник 51"/>
          <p:cNvSpPr/>
          <p:nvPr/>
        </p:nvSpPr>
        <p:spPr>
          <a:xfrm>
            <a:off x="6047772" y="4950169"/>
            <a:ext cx="1943100" cy="215444"/>
          </a:xfrm>
          <a:prstGeom prst="rect">
            <a:avLst/>
          </a:prstGeom>
        </p:spPr>
        <p:txBody>
          <a:bodyPr wrap="square">
            <a:spAutoFit/>
          </a:bodyPr>
          <a:lstStyle/>
          <a:p>
            <a:pPr lvl="0" algn="ctr"/>
            <a:r>
              <a:rPr lang="ru-RU" sz="800" dirty="0">
                <a:solidFill>
                  <a:schemeClr val="tx1"/>
                </a:solidFill>
                <a:latin typeface="+mj-lt"/>
              </a:rPr>
              <a:t>Введите текст</a:t>
            </a:r>
          </a:p>
        </p:txBody>
      </p:sp>
      <p:sp>
        <p:nvSpPr>
          <p:cNvPr id="53" name="Прямоугольник 52"/>
          <p:cNvSpPr/>
          <p:nvPr/>
        </p:nvSpPr>
        <p:spPr>
          <a:xfrm>
            <a:off x="6138704" y="5928923"/>
            <a:ext cx="1761237"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54" name="Прямоугольник 53"/>
          <p:cNvSpPr/>
          <p:nvPr/>
        </p:nvSpPr>
        <p:spPr>
          <a:xfrm>
            <a:off x="8018520" y="4950169"/>
            <a:ext cx="1980612" cy="215444"/>
          </a:xfrm>
          <a:prstGeom prst="rect">
            <a:avLst/>
          </a:prstGeom>
        </p:spPr>
        <p:txBody>
          <a:bodyPr wrap="square">
            <a:spAutoFit/>
          </a:bodyPr>
          <a:lstStyle/>
          <a:p>
            <a:pPr lvl="0" algn="ctr"/>
            <a:r>
              <a:rPr lang="ru-RU" sz="800" dirty="0">
                <a:solidFill>
                  <a:schemeClr val="tx1"/>
                </a:solidFill>
                <a:latin typeface="+mj-lt"/>
              </a:rPr>
              <a:t>Введите текст</a:t>
            </a:r>
          </a:p>
        </p:txBody>
      </p:sp>
      <p:sp>
        <p:nvSpPr>
          <p:cNvPr id="55" name="Прямоугольник 54"/>
          <p:cNvSpPr/>
          <p:nvPr/>
        </p:nvSpPr>
        <p:spPr>
          <a:xfrm>
            <a:off x="8111068" y="5928923"/>
            <a:ext cx="1795518"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56" name="Прямоугольник 55"/>
          <p:cNvSpPr/>
          <p:nvPr/>
        </p:nvSpPr>
        <p:spPr>
          <a:xfrm>
            <a:off x="10301269" y="4950169"/>
            <a:ext cx="1591601" cy="215444"/>
          </a:xfrm>
          <a:prstGeom prst="rect">
            <a:avLst/>
          </a:prstGeom>
        </p:spPr>
        <p:txBody>
          <a:bodyPr wrap="square">
            <a:spAutoFit/>
          </a:bodyPr>
          <a:lstStyle/>
          <a:p>
            <a:pPr lvl="0" algn="ctr"/>
            <a:r>
              <a:rPr lang="ru-RU" sz="800" dirty="0">
                <a:solidFill>
                  <a:schemeClr val="tx1"/>
                </a:solidFill>
                <a:latin typeface="+mj-lt"/>
              </a:rPr>
              <a:t>Введите текст</a:t>
            </a:r>
          </a:p>
        </p:txBody>
      </p:sp>
      <p:sp>
        <p:nvSpPr>
          <p:cNvPr id="57" name="Прямоугольник 56"/>
          <p:cNvSpPr/>
          <p:nvPr/>
        </p:nvSpPr>
        <p:spPr>
          <a:xfrm>
            <a:off x="9897363" y="5928923"/>
            <a:ext cx="2399412" cy="338554"/>
          </a:xfrm>
          <a:prstGeom prst="rect">
            <a:avLst/>
          </a:prstGeom>
        </p:spPr>
        <p:txBody>
          <a:bodyPr wrap="square">
            <a:spAutoFit/>
          </a:bodyPr>
          <a:lstStyle/>
          <a:p>
            <a:pPr lvl="0" algn="ctr"/>
            <a:r>
              <a:rPr lang="ru-RU" sz="800" dirty="0">
                <a:solidFill>
                  <a:srgbClr val="1F497D"/>
                </a:solidFill>
                <a:latin typeface="+mj-lt"/>
              </a:rPr>
              <a:t>Результаты </a:t>
            </a:r>
            <a:br>
              <a:rPr lang="ru-RU" sz="800" dirty="0">
                <a:solidFill>
                  <a:srgbClr val="1F497D"/>
                </a:solidFill>
                <a:latin typeface="+mj-lt"/>
              </a:rPr>
            </a:br>
            <a:r>
              <a:rPr lang="ru-RU" sz="800" dirty="0">
                <a:solidFill>
                  <a:srgbClr val="1F497D"/>
                </a:solidFill>
                <a:latin typeface="+mj-lt"/>
              </a:rPr>
              <a:t>Введите текст</a:t>
            </a:r>
          </a:p>
        </p:txBody>
      </p:sp>
      <p:sp>
        <p:nvSpPr>
          <p:cNvPr id="78" name="Подзаголовок 10">
            <a:extLst>
              <a:ext uri="{FF2B5EF4-FFF2-40B4-BE49-F238E27FC236}">
                <a16:creationId xmlns:a16="http://schemas.microsoft.com/office/drawing/2014/main" id="{F03E96A7-F614-40DC-880A-2D93BDB84C45}"/>
              </a:ext>
            </a:extLst>
          </p:cNvPr>
          <p:cNvSpPr txBox="1">
            <a:spLocks/>
          </p:cNvSpPr>
          <p:nvPr/>
        </p:nvSpPr>
        <p:spPr>
          <a:xfrm>
            <a:off x="650403" y="1542461"/>
            <a:ext cx="1703333"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endParaRPr lang="ru-RU" sz="1200" b="1" baseline="30000" dirty="0">
              <a:solidFill>
                <a:srgbClr val="1F497D"/>
              </a:solidFill>
              <a:latin typeface="+mj-lt"/>
              <a:ea typeface="Roboto" pitchFamily="2" charset="0"/>
            </a:endParaRPr>
          </a:p>
        </p:txBody>
      </p:sp>
      <p:sp>
        <p:nvSpPr>
          <p:cNvPr id="79" name="Google Shape;148;p28"/>
          <p:cNvSpPr txBox="1"/>
          <p:nvPr/>
        </p:nvSpPr>
        <p:spPr>
          <a:xfrm>
            <a:off x="650403" y="1865851"/>
            <a:ext cx="2925006"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cxnSp>
        <p:nvCxnSpPr>
          <p:cNvPr id="93" name="Прямая соединительная линия 92"/>
          <p:cNvCxnSpPr/>
          <p:nvPr/>
        </p:nvCxnSpPr>
        <p:spPr>
          <a:xfrm>
            <a:off x="731020" y="3256435"/>
            <a:ext cx="2629400" cy="0"/>
          </a:xfrm>
          <a:prstGeom prst="line">
            <a:avLst/>
          </a:prstGeom>
          <a:ln w="6350">
            <a:solidFill>
              <a:srgbClr val="3C90DC"/>
            </a:solidFill>
          </a:ln>
        </p:spPr>
        <p:style>
          <a:lnRef idx="1">
            <a:schemeClr val="accent1"/>
          </a:lnRef>
          <a:fillRef idx="0">
            <a:schemeClr val="accent1"/>
          </a:fillRef>
          <a:effectRef idx="0">
            <a:schemeClr val="accent1"/>
          </a:effectRef>
          <a:fontRef idx="minor">
            <a:schemeClr val="tx1"/>
          </a:fontRef>
        </p:style>
      </p:cxnSp>
      <p:cxnSp>
        <p:nvCxnSpPr>
          <p:cNvPr id="95" name="Прямая соединительная линия 94"/>
          <p:cNvCxnSpPr/>
          <p:nvPr/>
        </p:nvCxnSpPr>
        <p:spPr>
          <a:xfrm>
            <a:off x="731020" y="2408710"/>
            <a:ext cx="2629400" cy="0"/>
          </a:xfrm>
          <a:prstGeom prst="line">
            <a:avLst/>
          </a:prstGeom>
          <a:ln w="6350">
            <a:solidFill>
              <a:srgbClr val="3C90DC"/>
            </a:solidFill>
          </a:ln>
        </p:spPr>
        <p:style>
          <a:lnRef idx="1">
            <a:schemeClr val="accent1"/>
          </a:lnRef>
          <a:fillRef idx="0">
            <a:schemeClr val="accent1"/>
          </a:fillRef>
          <a:effectRef idx="0">
            <a:schemeClr val="accent1"/>
          </a:effectRef>
          <a:fontRef idx="minor">
            <a:schemeClr val="tx1"/>
          </a:fontRef>
        </p:style>
      </p:cxnSp>
      <p:cxnSp>
        <p:nvCxnSpPr>
          <p:cNvPr id="99" name="Google Shape;667;p81"/>
          <p:cNvCxnSpPr/>
          <p:nvPr/>
        </p:nvCxnSpPr>
        <p:spPr>
          <a:xfrm rot="5400000">
            <a:off x="3177919" y="5724924"/>
            <a:ext cx="2267742" cy="1588"/>
          </a:xfrm>
          <a:prstGeom prst="straightConnector1">
            <a:avLst/>
          </a:prstGeom>
          <a:noFill/>
          <a:ln w="9525" cap="flat" cmpd="sng">
            <a:solidFill>
              <a:schemeClr val="bg1">
                <a:lumMod val="85000"/>
              </a:schemeClr>
            </a:solidFill>
            <a:prstDash val="dash"/>
            <a:round/>
            <a:headEnd type="none" w="med" len="med"/>
            <a:tailEnd type="none" w="med" len="med"/>
          </a:ln>
        </p:spPr>
      </p:cxnSp>
      <p:cxnSp>
        <p:nvCxnSpPr>
          <p:cNvPr id="100" name="Google Shape;667;p81"/>
          <p:cNvCxnSpPr/>
          <p:nvPr/>
        </p:nvCxnSpPr>
        <p:spPr>
          <a:xfrm rot="5400000">
            <a:off x="4920994" y="5724924"/>
            <a:ext cx="2267742" cy="1588"/>
          </a:xfrm>
          <a:prstGeom prst="straightConnector1">
            <a:avLst/>
          </a:prstGeom>
          <a:noFill/>
          <a:ln w="9525" cap="flat" cmpd="sng">
            <a:solidFill>
              <a:schemeClr val="bg1">
                <a:lumMod val="85000"/>
              </a:schemeClr>
            </a:solidFill>
            <a:prstDash val="dash"/>
            <a:round/>
            <a:headEnd type="none" w="med" len="med"/>
            <a:tailEnd type="none" w="med" len="med"/>
          </a:ln>
        </p:spPr>
      </p:cxnSp>
      <p:cxnSp>
        <p:nvCxnSpPr>
          <p:cNvPr id="101" name="Google Shape;667;p81"/>
          <p:cNvCxnSpPr/>
          <p:nvPr/>
        </p:nvCxnSpPr>
        <p:spPr>
          <a:xfrm rot="5400000">
            <a:off x="6864094" y="5724924"/>
            <a:ext cx="2267742" cy="1588"/>
          </a:xfrm>
          <a:prstGeom prst="straightConnector1">
            <a:avLst/>
          </a:prstGeom>
          <a:noFill/>
          <a:ln w="9525" cap="flat" cmpd="sng">
            <a:solidFill>
              <a:schemeClr val="bg1">
                <a:lumMod val="85000"/>
              </a:schemeClr>
            </a:solidFill>
            <a:prstDash val="dash"/>
            <a:round/>
            <a:headEnd type="none" w="med" len="med"/>
            <a:tailEnd type="none" w="med" len="med"/>
          </a:ln>
        </p:spPr>
      </p:cxnSp>
      <p:cxnSp>
        <p:nvCxnSpPr>
          <p:cNvPr id="102" name="Google Shape;667;p81"/>
          <p:cNvCxnSpPr/>
          <p:nvPr/>
        </p:nvCxnSpPr>
        <p:spPr>
          <a:xfrm rot="5400000">
            <a:off x="8902444" y="5724924"/>
            <a:ext cx="2267742" cy="1588"/>
          </a:xfrm>
          <a:prstGeom prst="straightConnector1">
            <a:avLst/>
          </a:prstGeom>
          <a:noFill/>
          <a:ln w="9525" cap="flat" cmpd="sng">
            <a:solidFill>
              <a:schemeClr val="bg1">
                <a:lumMod val="85000"/>
              </a:schemeClr>
            </a:solidFill>
            <a:prstDash val="dash"/>
            <a:round/>
            <a:headEnd type="none" w="med" len="med"/>
            <a:tailEnd type="none" w="med" len="med"/>
          </a:ln>
        </p:spPr>
      </p:cxnSp>
      <p:sp>
        <p:nvSpPr>
          <p:cNvPr id="110" name="Подзаголовок 10">
            <a:extLst>
              <a:ext uri="{FF2B5EF4-FFF2-40B4-BE49-F238E27FC236}">
                <a16:creationId xmlns:a16="http://schemas.microsoft.com/office/drawing/2014/main" id="{F03E96A7-F614-40DC-880A-2D93BDB84C45}"/>
              </a:ext>
            </a:extLst>
          </p:cNvPr>
          <p:cNvSpPr txBox="1">
            <a:spLocks/>
          </p:cNvSpPr>
          <p:nvPr/>
        </p:nvSpPr>
        <p:spPr>
          <a:xfrm>
            <a:off x="8079903" y="1621826"/>
            <a:ext cx="1949922"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cxnSp>
        <p:nvCxnSpPr>
          <p:cNvPr id="117" name="Прямая соединительная линия 116"/>
          <p:cNvCxnSpPr/>
          <p:nvPr/>
        </p:nvCxnSpPr>
        <p:spPr>
          <a:xfrm>
            <a:off x="5150620" y="3262774"/>
            <a:ext cx="2629400" cy="0"/>
          </a:xfrm>
          <a:prstGeom prst="line">
            <a:avLst/>
          </a:prstGeom>
          <a:ln w="6350">
            <a:solidFill>
              <a:srgbClr val="3C90DC"/>
            </a:solidFill>
          </a:ln>
        </p:spPr>
        <p:style>
          <a:lnRef idx="1">
            <a:schemeClr val="accent1"/>
          </a:lnRef>
          <a:fillRef idx="0">
            <a:schemeClr val="accent1"/>
          </a:fillRef>
          <a:effectRef idx="0">
            <a:schemeClr val="accent1"/>
          </a:effectRef>
          <a:fontRef idx="minor">
            <a:schemeClr val="tx1"/>
          </a:fontRef>
        </p:style>
      </p:cxnSp>
      <p:sp>
        <p:nvSpPr>
          <p:cNvPr id="118" name="Подзаголовок 10">
            <a:extLst>
              <a:ext uri="{FF2B5EF4-FFF2-40B4-BE49-F238E27FC236}">
                <a16:creationId xmlns:a16="http://schemas.microsoft.com/office/drawing/2014/main" id="{F03E96A7-F614-40DC-880A-2D93BDB84C45}"/>
              </a:ext>
            </a:extLst>
          </p:cNvPr>
          <p:cNvSpPr txBox="1">
            <a:spLocks/>
          </p:cNvSpPr>
          <p:nvPr/>
        </p:nvSpPr>
        <p:spPr>
          <a:xfrm>
            <a:off x="8079903" y="3354330"/>
            <a:ext cx="1273647"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sp>
        <p:nvSpPr>
          <p:cNvPr id="120" name="Google Shape;148;p28"/>
          <p:cNvSpPr txBox="1"/>
          <p:nvPr/>
        </p:nvSpPr>
        <p:spPr>
          <a:xfrm>
            <a:off x="8098595" y="3593687"/>
            <a:ext cx="3293305"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125" name="Google Shape;148;p28"/>
          <p:cNvSpPr txBox="1"/>
          <p:nvPr/>
        </p:nvSpPr>
        <p:spPr>
          <a:xfrm>
            <a:off x="8098596" y="1907763"/>
            <a:ext cx="3207580"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128" name="Подзаголовок 10">
            <a:extLst>
              <a:ext uri="{FF2B5EF4-FFF2-40B4-BE49-F238E27FC236}">
                <a16:creationId xmlns:a16="http://schemas.microsoft.com/office/drawing/2014/main" id="{F03E96A7-F614-40DC-880A-2D93BDB84C45}"/>
              </a:ext>
            </a:extLst>
          </p:cNvPr>
          <p:cNvSpPr txBox="1">
            <a:spLocks/>
          </p:cNvSpPr>
          <p:nvPr/>
        </p:nvSpPr>
        <p:spPr>
          <a:xfrm>
            <a:off x="8089428" y="2613494"/>
            <a:ext cx="1245072"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endParaRPr lang="ru-RU" sz="1200" b="1" baseline="30000" dirty="0">
              <a:solidFill>
                <a:srgbClr val="1F497D"/>
              </a:solidFill>
              <a:latin typeface="+mj-lt"/>
              <a:ea typeface="Roboto" pitchFamily="2" charset="0"/>
            </a:endParaRPr>
          </a:p>
        </p:txBody>
      </p:sp>
      <p:sp>
        <p:nvSpPr>
          <p:cNvPr id="130" name="Google Shape;148;p28"/>
          <p:cNvSpPr txBox="1"/>
          <p:nvPr/>
        </p:nvSpPr>
        <p:spPr>
          <a:xfrm>
            <a:off x="8108121" y="2888838"/>
            <a:ext cx="3207580"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sz="1800" b="1" i="0" dirty="0">
              <a:solidFill>
                <a:srgbClr val="202124"/>
              </a:solidFill>
              <a:latin typeface="+mj-lt"/>
              <a:ea typeface="Verdana"/>
              <a:cs typeface="Verdana"/>
              <a:sym typeface="Verdana"/>
            </a:endParaRPr>
          </a:p>
        </p:txBody>
      </p:sp>
      <p:cxnSp>
        <p:nvCxnSpPr>
          <p:cNvPr id="131" name="Прямая соединительная линия 130"/>
          <p:cNvCxnSpPr/>
          <p:nvPr/>
        </p:nvCxnSpPr>
        <p:spPr>
          <a:xfrm>
            <a:off x="8141470" y="3256435"/>
            <a:ext cx="2629400" cy="0"/>
          </a:xfrm>
          <a:prstGeom prst="line">
            <a:avLst/>
          </a:prstGeom>
          <a:ln w="6350">
            <a:solidFill>
              <a:srgbClr val="3C90DC"/>
            </a:solidFill>
          </a:ln>
        </p:spPr>
        <p:style>
          <a:lnRef idx="1">
            <a:schemeClr val="accent1"/>
          </a:lnRef>
          <a:fillRef idx="0">
            <a:schemeClr val="accent1"/>
          </a:fillRef>
          <a:effectRef idx="0">
            <a:schemeClr val="accent1"/>
          </a:effectRef>
          <a:fontRef idx="minor">
            <a:schemeClr val="tx1"/>
          </a:fontRef>
        </p:style>
      </p:cxnSp>
      <p:cxnSp>
        <p:nvCxnSpPr>
          <p:cNvPr id="132" name="Прямая соединительная линия 131"/>
          <p:cNvCxnSpPr/>
          <p:nvPr/>
        </p:nvCxnSpPr>
        <p:spPr>
          <a:xfrm>
            <a:off x="8141470" y="2275360"/>
            <a:ext cx="2629400" cy="0"/>
          </a:xfrm>
          <a:prstGeom prst="line">
            <a:avLst/>
          </a:prstGeom>
          <a:ln w="6350">
            <a:solidFill>
              <a:srgbClr val="3C90DC"/>
            </a:solidFill>
          </a:ln>
        </p:spPr>
        <p:style>
          <a:lnRef idx="1">
            <a:schemeClr val="accent1"/>
          </a:lnRef>
          <a:fillRef idx="0">
            <a:schemeClr val="accent1"/>
          </a:fillRef>
          <a:effectRef idx="0">
            <a:schemeClr val="accent1"/>
          </a:effectRef>
          <a:fontRef idx="minor">
            <a:schemeClr val="tx1"/>
          </a:fontRef>
        </p:style>
      </p:cxnSp>
      <p:sp>
        <p:nvSpPr>
          <p:cNvPr id="68" name="Подзаголовок 10">
            <a:extLst>
              <a:ext uri="{FF2B5EF4-FFF2-40B4-BE49-F238E27FC236}">
                <a16:creationId xmlns:a16="http://schemas.microsoft.com/office/drawing/2014/main" id="{F03E96A7-F614-40DC-880A-2D93BDB84C45}"/>
              </a:ext>
            </a:extLst>
          </p:cNvPr>
          <p:cNvSpPr txBox="1">
            <a:spLocks/>
          </p:cNvSpPr>
          <p:nvPr/>
        </p:nvSpPr>
        <p:spPr>
          <a:xfrm>
            <a:off x="3723802" y="1503294"/>
            <a:ext cx="1470497" cy="8525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400"/>
              </a:lnSpc>
              <a:buNone/>
            </a:pPr>
            <a:r>
              <a:rPr lang="ru-RU" sz="1600" b="1" dirty="0">
                <a:solidFill>
                  <a:schemeClr val="bg1">
                    <a:lumMod val="75000"/>
                  </a:schemeClr>
                </a:solidFill>
                <a:latin typeface="+mj-lt"/>
                <a:ea typeface="Roboto" pitchFamily="2" charset="0"/>
              </a:rPr>
              <a:t>ДАЛЬНИЙ</a:t>
            </a:r>
          </a:p>
          <a:p>
            <a:pPr marL="0" indent="0" algn="ctr">
              <a:lnSpc>
                <a:spcPts val="1400"/>
              </a:lnSpc>
              <a:buNone/>
            </a:pPr>
            <a:r>
              <a:rPr lang="ru-RU" sz="1600" b="1" dirty="0">
                <a:solidFill>
                  <a:schemeClr val="bg1">
                    <a:lumMod val="75000"/>
                  </a:schemeClr>
                </a:solidFill>
                <a:latin typeface="+mj-lt"/>
                <a:ea typeface="Roboto" pitchFamily="2" charset="0"/>
              </a:rPr>
              <a:t>ВОСТОК</a:t>
            </a:r>
          </a:p>
        </p:txBody>
      </p:sp>
      <p:sp>
        <p:nvSpPr>
          <p:cNvPr id="69" name="Подзаголовок 10">
            <a:extLst>
              <a:ext uri="{FF2B5EF4-FFF2-40B4-BE49-F238E27FC236}">
                <a16:creationId xmlns:a16="http://schemas.microsoft.com/office/drawing/2014/main" id="{F03E96A7-F614-40DC-880A-2D93BDB84C45}"/>
              </a:ext>
            </a:extLst>
          </p:cNvPr>
          <p:cNvSpPr txBox="1">
            <a:spLocks/>
          </p:cNvSpPr>
          <p:nvPr/>
        </p:nvSpPr>
        <p:spPr>
          <a:xfrm>
            <a:off x="4321175" y="2941569"/>
            <a:ext cx="3171825"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500"/>
              </a:lnSpc>
              <a:buNone/>
            </a:pPr>
            <a:r>
              <a:rPr lang="ru-RU" sz="1600" b="1" dirty="0">
                <a:solidFill>
                  <a:schemeClr val="bg1">
                    <a:lumMod val="75000"/>
                  </a:schemeClr>
                </a:solidFill>
                <a:latin typeface="+mj-lt"/>
                <a:ea typeface="Roboto" pitchFamily="2" charset="0"/>
              </a:rPr>
              <a:t>СТРАНЫ</a:t>
            </a:r>
            <a:r>
              <a:rPr lang="en-US" sz="1600" b="1" dirty="0">
                <a:solidFill>
                  <a:schemeClr val="bg1">
                    <a:lumMod val="75000"/>
                  </a:schemeClr>
                </a:solidFill>
                <a:latin typeface="+mj-lt"/>
                <a:ea typeface="Roboto" pitchFamily="2" charset="0"/>
              </a:rPr>
              <a:t>  </a:t>
            </a:r>
            <a:r>
              <a:rPr lang="ru-RU" sz="1600" b="1" dirty="0">
                <a:solidFill>
                  <a:schemeClr val="bg1">
                    <a:lumMod val="75000"/>
                  </a:schemeClr>
                </a:solidFill>
                <a:latin typeface="+mj-lt"/>
                <a:ea typeface="Roboto" pitchFamily="2" charset="0"/>
              </a:rPr>
              <a:t>АТР</a:t>
            </a:r>
          </a:p>
        </p:txBody>
      </p:sp>
      <p:sp>
        <p:nvSpPr>
          <p:cNvPr id="70" name="Подзаголовок 10">
            <a:extLst>
              <a:ext uri="{FF2B5EF4-FFF2-40B4-BE49-F238E27FC236}">
                <a16:creationId xmlns:a16="http://schemas.microsoft.com/office/drawing/2014/main" id="{F03E96A7-F614-40DC-880A-2D93BDB84C45}"/>
              </a:ext>
            </a:extLst>
          </p:cNvPr>
          <p:cNvSpPr txBox="1">
            <a:spLocks/>
          </p:cNvSpPr>
          <p:nvPr/>
        </p:nvSpPr>
        <p:spPr>
          <a:xfrm>
            <a:off x="5611869" y="1477719"/>
            <a:ext cx="1470497" cy="3286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400"/>
              </a:lnSpc>
              <a:buNone/>
            </a:pPr>
            <a:r>
              <a:rPr lang="ru-RU" sz="1200" b="1" dirty="0">
                <a:solidFill>
                  <a:srgbClr val="1F497D"/>
                </a:solidFill>
                <a:latin typeface="+mj-lt"/>
                <a:ea typeface="Roboto" pitchFamily="2" charset="0"/>
              </a:rPr>
              <a:t>ДВФУ</a:t>
            </a:r>
          </a:p>
        </p:txBody>
      </p:sp>
      <p:sp>
        <p:nvSpPr>
          <p:cNvPr id="72" name="Google Shape;67;p15">
            <a:extLst>
              <a:ext uri="{FF2B5EF4-FFF2-40B4-BE49-F238E27FC236}">
                <a16:creationId xmlns:a16="http://schemas.microsoft.com/office/drawing/2014/main" id="{6BF92328-F6A4-4F93-9CAF-3C33E77744FE}"/>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a:t>
            </a:r>
            <a:r>
              <a:rPr lang="ru-RU" sz="1600" b="1" i="0" u="none" strike="noStrike" cap="none" dirty="0">
                <a:solidFill>
                  <a:schemeClr val="dk1"/>
                </a:solidFill>
                <a:latin typeface="+mj-lt"/>
                <a:ea typeface="Montserrat Light"/>
                <a:cs typeface="Montserrat Light"/>
                <a:sym typeface="Montserrat Light"/>
              </a:rPr>
              <a:t> </a:t>
            </a:r>
            <a:endParaRPr sz="1600" b="1"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grpSp>
        <p:nvGrpSpPr>
          <p:cNvPr id="73" name="Группа 72">
            <a:extLst>
              <a:ext uri="{FF2B5EF4-FFF2-40B4-BE49-F238E27FC236}">
                <a16:creationId xmlns:a16="http://schemas.microsoft.com/office/drawing/2014/main" id="{AB939884-8808-4CD5-89E6-77065657C557}"/>
              </a:ext>
            </a:extLst>
          </p:cNvPr>
          <p:cNvGrpSpPr/>
          <p:nvPr/>
        </p:nvGrpSpPr>
        <p:grpSpPr>
          <a:xfrm>
            <a:off x="6754395" y="1288923"/>
            <a:ext cx="306333" cy="306333"/>
            <a:chOff x="6660735" y="557763"/>
            <a:chExt cx="600865" cy="600865"/>
          </a:xfrm>
        </p:grpSpPr>
        <p:sp>
          <p:nvSpPr>
            <p:cNvPr id="75" name="Google Shape;103;p15">
              <a:extLst>
                <a:ext uri="{FF2B5EF4-FFF2-40B4-BE49-F238E27FC236}">
                  <a16:creationId xmlns:a16="http://schemas.microsoft.com/office/drawing/2014/main" id="{5281F11C-DCFD-46EA-ACCF-69A25CC85BCF}"/>
                </a:ext>
              </a:extLst>
            </p:cNvPr>
            <p:cNvSpPr/>
            <p:nvPr/>
          </p:nvSpPr>
          <p:spPr>
            <a:xfrm rot="8100000">
              <a:off x="6660735" y="557763"/>
              <a:ext cx="600865" cy="600865"/>
            </a:xfrm>
            <a:prstGeom prst="teardrop">
              <a:avLst>
                <a:gd name="adj" fmla="val 137191"/>
              </a:avLst>
            </a:prstGeom>
            <a:solidFill>
              <a:srgbClr val="1F497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mj-lt"/>
                <a:ea typeface="Arial"/>
                <a:cs typeface="Arial"/>
                <a:sym typeface="Arial"/>
              </a:endParaRPr>
            </a:p>
          </p:txBody>
        </p:sp>
        <p:sp>
          <p:nvSpPr>
            <p:cNvPr id="77" name="Google Shape;105;p15">
              <a:extLst>
                <a:ext uri="{FF2B5EF4-FFF2-40B4-BE49-F238E27FC236}">
                  <a16:creationId xmlns:a16="http://schemas.microsoft.com/office/drawing/2014/main" id="{5E337B6B-012F-46A1-975F-99A8C00F46A9}"/>
                </a:ext>
              </a:extLst>
            </p:cNvPr>
            <p:cNvSpPr/>
            <p:nvPr/>
          </p:nvSpPr>
          <p:spPr>
            <a:xfrm>
              <a:off x="6775637" y="643151"/>
              <a:ext cx="370654" cy="370654"/>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600" b="0" i="0" u="none" strike="noStrike" cap="none">
                <a:solidFill>
                  <a:schemeClr val="lt1"/>
                </a:solidFill>
                <a:latin typeface="+mj-lt"/>
                <a:ea typeface="Arial"/>
                <a:cs typeface="Arial"/>
                <a:sym typeface="Arial"/>
              </a:endParaRPr>
            </a:p>
          </p:txBody>
        </p:sp>
      </p:grpSp>
      <p:sp>
        <p:nvSpPr>
          <p:cNvPr id="81" name="Подзаголовок 10">
            <a:extLst>
              <a:ext uri="{FF2B5EF4-FFF2-40B4-BE49-F238E27FC236}">
                <a16:creationId xmlns:a16="http://schemas.microsoft.com/office/drawing/2014/main" id="{9466FA2F-7590-4A14-831F-9A8E5225AB63}"/>
              </a:ext>
            </a:extLst>
          </p:cNvPr>
          <p:cNvSpPr txBox="1">
            <a:spLocks/>
          </p:cNvSpPr>
          <p:nvPr/>
        </p:nvSpPr>
        <p:spPr>
          <a:xfrm>
            <a:off x="650401" y="2613494"/>
            <a:ext cx="1245072"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endParaRPr lang="ru-RU" sz="1200" b="1" baseline="30000" dirty="0">
              <a:solidFill>
                <a:srgbClr val="1F497D"/>
              </a:solidFill>
              <a:latin typeface="+mj-lt"/>
              <a:ea typeface="Roboto" pitchFamily="2" charset="0"/>
            </a:endParaRPr>
          </a:p>
        </p:txBody>
      </p:sp>
      <p:sp>
        <p:nvSpPr>
          <p:cNvPr id="83" name="Google Shape;148;p28">
            <a:extLst>
              <a:ext uri="{FF2B5EF4-FFF2-40B4-BE49-F238E27FC236}">
                <a16:creationId xmlns:a16="http://schemas.microsoft.com/office/drawing/2014/main" id="{7CA02E71-DFB4-45A1-AC14-DBD8B47F9065}"/>
              </a:ext>
            </a:extLst>
          </p:cNvPr>
          <p:cNvSpPr txBox="1"/>
          <p:nvPr/>
        </p:nvSpPr>
        <p:spPr>
          <a:xfrm>
            <a:off x="669094" y="2888838"/>
            <a:ext cx="3207580"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sz="1800" b="1" i="0" dirty="0">
              <a:solidFill>
                <a:srgbClr val="202124"/>
              </a:solidFill>
              <a:latin typeface="+mj-lt"/>
              <a:ea typeface="Verdana"/>
              <a:cs typeface="Verdana"/>
              <a:sym typeface="Verdana"/>
            </a:endParaRPr>
          </a:p>
        </p:txBody>
      </p:sp>
      <p:sp>
        <p:nvSpPr>
          <p:cNvPr id="87" name="Подзаголовок 10">
            <a:extLst>
              <a:ext uri="{FF2B5EF4-FFF2-40B4-BE49-F238E27FC236}">
                <a16:creationId xmlns:a16="http://schemas.microsoft.com/office/drawing/2014/main" id="{A88A569B-D1D4-46FB-B3CD-73A2B658AF02}"/>
              </a:ext>
            </a:extLst>
          </p:cNvPr>
          <p:cNvSpPr txBox="1">
            <a:spLocks/>
          </p:cNvSpPr>
          <p:nvPr/>
        </p:nvSpPr>
        <p:spPr>
          <a:xfrm>
            <a:off x="5101753" y="3354330"/>
            <a:ext cx="1273647"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sp>
        <p:nvSpPr>
          <p:cNvPr id="88" name="Google Shape;148;p28">
            <a:extLst>
              <a:ext uri="{FF2B5EF4-FFF2-40B4-BE49-F238E27FC236}">
                <a16:creationId xmlns:a16="http://schemas.microsoft.com/office/drawing/2014/main" id="{D5D9B1F1-3666-4BB1-A915-FDC496D721F7}"/>
              </a:ext>
            </a:extLst>
          </p:cNvPr>
          <p:cNvSpPr txBox="1"/>
          <p:nvPr/>
        </p:nvSpPr>
        <p:spPr>
          <a:xfrm>
            <a:off x="5120445" y="3593687"/>
            <a:ext cx="3293305"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89" name="Подзаголовок 10">
            <a:extLst>
              <a:ext uri="{FF2B5EF4-FFF2-40B4-BE49-F238E27FC236}">
                <a16:creationId xmlns:a16="http://schemas.microsoft.com/office/drawing/2014/main" id="{7AE7A966-95D0-4BF4-9519-A3DB18BD78B8}"/>
              </a:ext>
            </a:extLst>
          </p:cNvPr>
          <p:cNvSpPr txBox="1">
            <a:spLocks/>
          </p:cNvSpPr>
          <p:nvPr/>
        </p:nvSpPr>
        <p:spPr>
          <a:xfrm>
            <a:off x="5101753" y="3896350"/>
            <a:ext cx="1273647"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sp>
        <p:nvSpPr>
          <p:cNvPr id="90" name="Google Shape;148;p28">
            <a:extLst>
              <a:ext uri="{FF2B5EF4-FFF2-40B4-BE49-F238E27FC236}">
                <a16:creationId xmlns:a16="http://schemas.microsoft.com/office/drawing/2014/main" id="{166E33A5-D45F-4B77-B644-262BF1448241}"/>
              </a:ext>
            </a:extLst>
          </p:cNvPr>
          <p:cNvSpPr txBox="1"/>
          <p:nvPr/>
        </p:nvSpPr>
        <p:spPr>
          <a:xfrm>
            <a:off x="5120445" y="4135707"/>
            <a:ext cx="3293305"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94" name="Подзаголовок 10">
            <a:extLst>
              <a:ext uri="{FF2B5EF4-FFF2-40B4-BE49-F238E27FC236}">
                <a16:creationId xmlns:a16="http://schemas.microsoft.com/office/drawing/2014/main" id="{66434D57-1526-4BF0-B588-C94962B2CC35}"/>
              </a:ext>
            </a:extLst>
          </p:cNvPr>
          <p:cNvSpPr txBox="1">
            <a:spLocks/>
          </p:cNvSpPr>
          <p:nvPr/>
        </p:nvSpPr>
        <p:spPr>
          <a:xfrm>
            <a:off x="650401" y="3354330"/>
            <a:ext cx="1273647"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sp>
        <p:nvSpPr>
          <p:cNvPr id="96" name="Google Shape;148;p28">
            <a:extLst>
              <a:ext uri="{FF2B5EF4-FFF2-40B4-BE49-F238E27FC236}">
                <a16:creationId xmlns:a16="http://schemas.microsoft.com/office/drawing/2014/main" id="{7EAD61CA-5D4A-41C4-A7B9-4C2930229611}"/>
              </a:ext>
            </a:extLst>
          </p:cNvPr>
          <p:cNvSpPr txBox="1"/>
          <p:nvPr/>
        </p:nvSpPr>
        <p:spPr>
          <a:xfrm>
            <a:off x="669093" y="3593687"/>
            <a:ext cx="3293305"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97" name="Подзаголовок 10">
            <a:extLst>
              <a:ext uri="{FF2B5EF4-FFF2-40B4-BE49-F238E27FC236}">
                <a16:creationId xmlns:a16="http://schemas.microsoft.com/office/drawing/2014/main" id="{29597CF8-10A0-474E-B7FF-35F830F1D238}"/>
              </a:ext>
            </a:extLst>
          </p:cNvPr>
          <p:cNvSpPr txBox="1">
            <a:spLocks/>
          </p:cNvSpPr>
          <p:nvPr/>
        </p:nvSpPr>
        <p:spPr>
          <a:xfrm>
            <a:off x="650401" y="3896350"/>
            <a:ext cx="1273647" cy="3407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ru-RU" sz="1600" b="1" dirty="0">
                <a:solidFill>
                  <a:srgbClr val="1F497D"/>
                </a:solidFill>
                <a:latin typeface="+mj-lt"/>
                <a:ea typeface="Roboto" pitchFamily="2" charset="0"/>
              </a:rPr>
              <a:t>00</a:t>
            </a:r>
          </a:p>
        </p:txBody>
      </p:sp>
      <p:sp>
        <p:nvSpPr>
          <p:cNvPr id="98" name="Google Shape;148;p28">
            <a:extLst>
              <a:ext uri="{FF2B5EF4-FFF2-40B4-BE49-F238E27FC236}">
                <a16:creationId xmlns:a16="http://schemas.microsoft.com/office/drawing/2014/main" id="{D91E4575-B383-408C-A43E-A385FAB43214}"/>
              </a:ext>
            </a:extLst>
          </p:cNvPr>
          <p:cNvSpPr txBox="1"/>
          <p:nvPr/>
        </p:nvSpPr>
        <p:spPr>
          <a:xfrm>
            <a:off x="669093" y="4135707"/>
            <a:ext cx="3293305" cy="238497"/>
          </a:xfrm>
          <a:prstGeom prst="rect">
            <a:avLst/>
          </a:prstGeom>
          <a:noFill/>
          <a:ln>
            <a:noFill/>
          </a:ln>
        </p:spPr>
        <p:txBody>
          <a:bodyPr spcFirstLastPara="1" wrap="square" lIns="68575" tIns="34275" rIns="68575" bIns="34275" anchor="t" anchorCtr="0">
            <a:spAutoFit/>
          </a:bodyPr>
          <a:lstStyle/>
          <a:p>
            <a:pPr lvl="0" indent="-222250">
              <a:buClr>
                <a:schemeClr val="dk1"/>
              </a:buClr>
              <a:buSzPts val="1100"/>
            </a:pPr>
            <a:r>
              <a:rPr lang="ru-RU" sz="1100" dirty="0">
                <a:solidFill>
                  <a:schemeClr val="dk1"/>
                </a:solidFill>
                <a:latin typeface="+mj-lt"/>
                <a:sym typeface="Calibri"/>
              </a:rPr>
              <a:t>описание</a:t>
            </a:r>
            <a:endParaRPr lang="ru-RU" sz="1800" b="1" i="0" dirty="0">
              <a:solidFill>
                <a:srgbClr val="202124"/>
              </a:solidFill>
              <a:latin typeface="+mj-lt"/>
              <a:ea typeface="Verdana"/>
              <a:cs typeface="Verdana"/>
              <a:sym typeface="Verdana"/>
            </a:endParaRPr>
          </a:p>
        </p:txBody>
      </p:sp>
      <p:sp>
        <p:nvSpPr>
          <p:cNvPr id="105" name="Google Shape;106;p15">
            <a:extLst>
              <a:ext uri="{FF2B5EF4-FFF2-40B4-BE49-F238E27FC236}">
                <a16:creationId xmlns:a16="http://schemas.microsoft.com/office/drawing/2014/main" id="{6F05A73F-91E7-4CF5-A242-9FD4F75B3333}"/>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5</a:t>
            </a:fld>
            <a:endParaRPr lang="ru" sz="1000" dirty="0">
              <a:latin typeface="+mj-lt"/>
              <a:ea typeface="Montserrat"/>
              <a:cs typeface="Montserrat"/>
              <a:sym typeface="Montserrat"/>
            </a:endParaRPr>
          </a:p>
        </p:txBody>
      </p:sp>
    </p:spTree>
    <p:extLst>
      <p:ext uri="{BB962C8B-B14F-4D97-AF65-F5344CB8AC3E}">
        <p14:creationId xmlns:p14="http://schemas.microsoft.com/office/powerpoint/2010/main" val="1784211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Google Shape;158;p29"/>
          <p:cNvSpPr txBox="1"/>
          <p:nvPr/>
        </p:nvSpPr>
        <p:spPr>
          <a:xfrm>
            <a:off x="334345" y="1340824"/>
            <a:ext cx="4093795" cy="1608102"/>
          </a:xfrm>
          <a:prstGeom prst="rect">
            <a:avLst/>
          </a:prstGeom>
          <a:noFill/>
          <a:ln>
            <a:noFill/>
          </a:ln>
        </p:spPr>
        <p:txBody>
          <a:bodyPr spcFirstLastPara="1" wrap="square" lIns="68575" tIns="34275" rIns="68575" bIns="34275" anchor="t" anchorCtr="0">
            <a:spAutoFit/>
          </a:bodyPr>
          <a:lstStyle/>
          <a:p>
            <a:pPr>
              <a:lnSpc>
                <a:spcPts val="1200"/>
              </a:lnSpc>
            </a:pPr>
            <a:r>
              <a:rPr lang="ru-RU" sz="1100" dirty="0">
                <a:solidFill>
                  <a:schemeClr val="dk1"/>
                </a:solidFill>
                <a:latin typeface="+mj-lt"/>
                <a:sym typeface="Calibri"/>
              </a:rPr>
              <a:t>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 Текст слайда</a:t>
            </a:r>
          </a:p>
          <a:p>
            <a:pPr>
              <a:lnSpc>
                <a:spcPts val="1200"/>
              </a:lnSpc>
            </a:pPr>
            <a:endParaRPr lang="ru-RU" sz="1100" dirty="0">
              <a:solidFill>
                <a:schemeClr val="dk1"/>
              </a:solidFill>
              <a:latin typeface="+mj-lt"/>
              <a:sym typeface="Calibri"/>
            </a:endParaRPr>
          </a:p>
          <a:p>
            <a:pPr>
              <a:lnSpc>
                <a:spcPts val="1200"/>
              </a:lnSpc>
            </a:pPr>
            <a:r>
              <a:rPr lang="ru-RU" sz="1100" dirty="0">
                <a:solidFill>
                  <a:schemeClr val="dk1"/>
                </a:solidFill>
                <a:latin typeface="+mj-lt"/>
                <a:sym typeface="Calibri"/>
              </a:rPr>
              <a:t>Текст слайда  Текст слайда Текст слайда  Текст слайда </a:t>
            </a:r>
            <a:endParaRPr lang="ru" sz="1100" dirty="0">
              <a:solidFill>
                <a:schemeClr val="dk1"/>
              </a:solidFill>
              <a:latin typeface="+mj-lt"/>
              <a:sym typeface="Calibri"/>
            </a:endParaRPr>
          </a:p>
          <a:p>
            <a:pPr>
              <a:lnSpc>
                <a:spcPts val="1200"/>
              </a:lnSpc>
            </a:pPr>
            <a:r>
              <a:rPr lang="ru-RU" sz="1100" dirty="0">
                <a:solidFill>
                  <a:schemeClr val="dk1"/>
                </a:solidFill>
                <a:latin typeface="+mj-lt"/>
                <a:sym typeface="Calibri"/>
              </a:rPr>
              <a:t>Текст слайда Текст слайда Текст слайда Текст слайда Текст слайда Текст </a:t>
            </a:r>
            <a:r>
              <a:rPr lang="ru-RU" sz="1100" dirty="0" err="1">
                <a:solidFill>
                  <a:schemeClr val="dk1"/>
                </a:solidFill>
                <a:latin typeface="+mj-lt"/>
                <a:sym typeface="Calibri"/>
              </a:rPr>
              <a:t>слайдаТекст</a:t>
            </a:r>
            <a:r>
              <a:rPr lang="ru-RU" sz="1100" dirty="0">
                <a:solidFill>
                  <a:schemeClr val="dk1"/>
                </a:solidFill>
                <a:latin typeface="+mj-lt"/>
                <a:sym typeface="Calibri"/>
              </a:rPr>
              <a:t> слайда Текст слайда </a:t>
            </a:r>
            <a:endParaRPr lang="ru" sz="1100" dirty="0">
              <a:solidFill>
                <a:schemeClr val="dk1"/>
              </a:solidFill>
              <a:latin typeface="+mj-lt"/>
              <a:sym typeface="Calibri"/>
            </a:endParaRPr>
          </a:p>
          <a:p>
            <a:pPr>
              <a:lnSpc>
                <a:spcPts val="1200"/>
              </a:lnSpc>
            </a:pPr>
            <a:r>
              <a:rPr lang="ru-RU" sz="1100" dirty="0">
                <a:solidFill>
                  <a:schemeClr val="dk1"/>
                </a:solidFill>
                <a:latin typeface="+mj-lt"/>
                <a:sym typeface="Calibri"/>
              </a:rPr>
              <a:t>Текст слайда Текст слайда</a:t>
            </a:r>
            <a:endParaRPr lang="ru" sz="1100" dirty="0">
              <a:solidFill>
                <a:schemeClr val="dk1"/>
              </a:solidFill>
              <a:latin typeface="+mj-lt"/>
              <a:sym typeface="Calibri"/>
            </a:endParaRPr>
          </a:p>
        </p:txBody>
      </p:sp>
      <p:sp>
        <p:nvSpPr>
          <p:cNvPr id="63" name="Google Shape;154;gb6f6fa0e72_1_0"/>
          <p:cNvSpPr/>
          <p:nvPr/>
        </p:nvSpPr>
        <p:spPr>
          <a:xfrm rot="16200000">
            <a:off x="1295400" y="2133600"/>
            <a:ext cx="342900" cy="2933700"/>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67" name="Google Shape;173;p29"/>
          <p:cNvSpPr txBox="1"/>
          <p:nvPr/>
        </p:nvSpPr>
        <p:spPr>
          <a:xfrm>
            <a:off x="600675" y="3397262"/>
            <a:ext cx="2383825" cy="32059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100"/>
              </a:spcBef>
              <a:spcAft>
                <a:spcPts val="0"/>
              </a:spcAft>
              <a:buClr>
                <a:srgbClr val="002060"/>
              </a:buClr>
              <a:buSzPts val="900"/>
              <a:buFont typeface="Arial"/>
              <a:buNone/>
            </a:pPr>
            <a:r>
              <a:rPr lang="ru" sz="1100" b="1" dirty="0">
                <a:solidFill>
                  <a:srgbClr val="1F497D"/>
                </a:solidFill>
                <a:latin typeface="+mj-lt"/>
                <a:sym typeface="Arial Narrow"/>
              </a:rPr>
              <a:t>ВРЕЗКИ ПОДЗАГОЛОВКИ</a:t>
            </a:r>
            <a:endParaRPr lang="ru-RU" sz="1100" b="1" dirty="0">
              <a:solidFill>
                <a:srgbClr val="1F497D"/>
              </a:solidFill>
              <a:latin typeface="+mj-lt"/>
              <a:sym typeface="Arial Narrow"/>
            </a:endParaRPr>
          </a:p>
        </p:txBody>
      </p:sp>
      <p:sp>
        <p:nvSpPr>
          <p:cNvPr id="83" name="Google Shape;163;p29"/>
          <p:cNvSpPr txBox="1"/>
          <p:nvPr/>
        </p:nvSpPr>
        <p:spPr>
          <a:xfrm>
            <a:off x="7718508" y="1940432"/>
            <a:ext cx="2212906" cy="1661983"/>
          </a:xfrm>
          <a:prstGeom prst="rect">
            <a:avLst/>
          </a:prstGeom>
          <a:noFill/>
          <a:ln>
            <a:noFill/>
          </a:ln>
        </p:spPr>
        <p:txBody>
          <a:bodyPr spcFirstLastPara="1" wrap="square" lIns="68575" tIns="68575" rIns="68575" bIns="68575" anchor="t" anchorCtr="0">
            <a:spAutoFit/>
          </a:bodyPr>
          <a:lstStyle/>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L="171450" marR="0" lvl="0" indent="-171450" algn="l" rtl="0">
              <a:spcBef>
                <a:spcPts val="0"/>
              </a:spcBef>
              <a:spcAft>
                <a:spcPts val="0"/>
              </a:spcAft>
              <a:buClr>
                <a:schemeClr val="dk1"/>
              </a:buClr>
              <a:buSzPts val="800"/>
              <a:buFontTx/>
              <a:buChar char="-"/>
            </a:pPr>
            <a:endParaRPr lang="ru" sz="900" dirty="0">
              <a:solidFill>
                <a:schemeClr val="dk1"/>
              </a:solidFill>
              <a:latin typeface="+mj-lt"/>
              <a:sym typeface="Arial Narrow"/>
            </a:endParaRP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R="0" lvl="0" algn="l" rtl="0">
              <a:spcBef>
                <a:spcPts val="0"/>
              </a:spcBef>
              <a:spcAft>
                <a:spcPts val="0"/>
              </a:spcAft>
              <a:buClr>
                <a:schemeClr val="dk1"/>
              </a:buClr>
              <a:buSzPts val="800"/>
            </a:pPr>
            <a:endParaRPr lang="ru" sz="900" dirty="0">
              <a:solidFill>
                <a:schemeClr val="dk1"/>
              </a:solidFill>
              <a:latin typeface="+mj-lt"/>
              <a:sym typeface="Arial Narrow"/>
            </a:endParaRP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R="0" lvl="0" algn="l" rtl="0">
              <a:spcBef>
                <a:spcPts val="0"/>
              </a:spcBef>
              <a:spcAft>
                <a:spcPts val="0"/>
              </a:spcAft>
              <a:buClr>
                <a:schemeClr val="dk1"/>
              </a:buClr>
              <a:buSzPts val="800"/>
            </a:pPr>
            <a:endParaRPr lang="ru" sz="900" dirty="0">
              <a:solidFill>
                <a:srgbClr val="001A72"/>
              </a:solidFill>
              <a:latin typeface="+mj-lt"/>
              <a:sym typeface="Arial Narrow"/>
            </a:endParaRPr>
          </a:p>
        </p:txBody>
      </p:sp>
      <p:sp>
        <p:nvSpPr>
          <p:cNvPr id="87" name="Google Shape;154;gb6f6fa0e72_1_0"/>
          <p:cNvSpPr/>
          <p:nvPr/>
        </p:nvSpPr>
        <p:spPr>
          <a:xfrm rot="16200000">
            <a:off x="8474278" y="3670299"/>
            <a:ext cx="2416176" cy="3959226"/>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89" name="Google Shape;173;p29"/>
          <p:cNvSpPr txBox="1"/>
          <p:nvPr/>
        </p:nvSpPr>
        <p:spPr>
          <a:xfrm>
            <a:off x="8255804" y="4162438"/>
            <a:ext cx="1494825" cy="397535"/>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100"/>
              </a:spcBef>
              <a:spcAft>
                <a:spcPts val="0"/>
              </a:spcAft>
              <a:buClr>
                <a:srgbClr val="002060"/>
              </a:buClr>
              <a:buSzPts val="900"/>
              <a:buFont typeface="Arial"/>
              <a:buNone/>
            </a:pPr>
            <a:r>
              <a:rPr lang="ru" sz="1600" b="1" dirty="0">
                <a:solidFill>
                  <a:srgbClr val="1F497D"/>
                </a:solidFill>
                <a:latin typeface="+mj-lt"/>
              </a:rPr>
              <a:t>РЕЗУЛЬТАТ</a:t>
            </a:r>
            <a:endParaRPr lang="ru-RU" sz="1600" b="1" dirty="0">
              <a:solidFill>
                <a:srgbClr val="1F497D"/>
              </a:solidFill>
              <a:latin typeface="+mj-lt"/>
              <a:sym typeface="Arial Narrow"/>
            </a:endParaRPr>
          </a:p>
        </p:txBody>
      </p:sp>
      <p:sp>
        <p:nvSpPr>
          <p:cNvPr id="90" name="Google Shape;158;p29"/>
          <p:cNvSpPr txBox="1"/>
          <p:nvPr/>
        </p:nvSpPr>
        <p:spPr>
          <a:xfrm>
            <a:off x="8295260" y="4652313"/>
            <a:ext cx="2655519" cy="253885"/>
          </a:xfrm>
          <a:prstGeom prst="rect">
            <a:avLst/>
          </a:prstGeom>
          <a:noFill/>
          <a:ln>
            <a:noFill/>
          </a:ln>
        </p:spPr>
        <p:txBody>
          <a:bodyPr spcFirstLastPara="1" wrap="square" lIns="68575" tIns="34275" rIns="68575" bIns="34275" anchor="t" anchorCtr="0">
            <a:spAutoFit/>
          </a:bodyPr>
          <a:lstStyle/>
          <a:p>
            <a:pPr lvl="0"/>
            <a:r>
              <a:rPr lang="ru" sz="1200" dirty="0">
                <a:solidFill>
                  <a:schemeClr val="dk1"/>
                </a:solidFill>
                <a:latin typeface="+mj-lt"/>
              </a:rPr>
              <a:t>Текст</a:t>
            </a:r>
            <a:endParaRPr lang="ru" sz="1200" dirty="0">
              <a:solidFill>
                <a:schemeClr val="dk1"/>
              </a:solidFill>
              <a:latin typeface="+mj-lt"/>
              <a:sym typeface="Calibri"/>
            </a:endParaRPr>
          </a:p>
        </p:txBody>
      </p:sp>
      <p:sp>
        <p:nvSpPr>
          <p:cNvPr id="97" name="Заголовок 1"/>
          <p:cNvSpPr txBox="1">
            <a:spLocks/>
          </p:cNvSpPr>
          <p:nvPr/>
        </p:nvSpPr>
        <p:spPr>
          <a:xfrm>
            <a:off x="8314085" y="1412770"/>
            <a:ext cx="2893870" cy="29276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sz="1600" b="1" dirty="0">
                <a:solidFill>
                  <a:srgbClr val="1F497D"/>
                </a:solidFill>
                <a:ea typeface="Arial"/>
                <a:cs typeface="Arial"/>
              </a:rPr>
              <a:t>ПОДЗАГОЛОВОК</a:t>
            </a:r>
          </a:p>
        </p:txBody>
      </p:sp>
      <p:pic>
        <p:nvPicPr>
          <p:cNvPr id="98" name="Рисунок 9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8704" y="1300271"/>
            <a:ext cx="500205" cy="500205"/>
          </a:xfrm>
          <a:prstGeom prst="rect">
            <a:avLst/>
          </a:prstGeom>
        </p:spPr>
      </p:pic>
      <p:sp>
        <p:nvSpPr>
          <p:cNvPr id="115" name="Google Shape;163;p29"/>
          <p:cNvSpPr txBox="1"/>
          <p:nvPr/>
        </p:nvSpPr>
        <p:spPr>
          <a:xfrm>
            <a:off x="9931415" y="1949209"/>
            <a:ext cx="1984448" cy="1661983"/>
          </a:xfrm>
          <a:prstGeom prst="rect">
            <a:avLst/>
          </a:prstGeom>
          <a:noFill/>
          <a:ln>
            <a:noFill/>
          </a:ln>
        </p:spPr>
        <p:txBody>
          <a:bodyPr spcFirstLastPara="1" wrap="square" lIns="68575" tIns="68575" rIns="68575" bIns="68575" anchor="t" anchorCtr="0">
            <a:spAutoFit/>
          </a:bodyPr>
          <a:lstStyle/>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L="171450" marR="0" lvl="0" indent="-171450" algn="l" rtl="0">
              <a:spcBef>
                <a:spcPts val="0"/>
              </a:spcBef>
              <a:spcAft>
                <a:spcPts val="0"/>
              </a:spcAft>
              <a:buClr>
                <a:schemeClr val="dk1"/>
              </a:buClr>
              <a:buSzPts val="800"/>
              <a:buFontTx/>
              <a:buChar char="-"/>
            </a:pPr>
            <a:endParaRPr lang="ru" sz="900" dirty="0">
              <a:solidFill>
                <a:schemeClr val="dk1"/>
              </a:solidFill>
              <a:latin typeface="+mj-lt"/>
              <a:sym typeface="Arial Narrow"/>
            </a:endParaRP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R="0" lvl="0" algn="l" rtl="0">
              <a:spcBef>
                <a:spcPts val="0"/>
              </a:spcBef>
              <a:spcAft>
                <a:spcPts val="0"/>
              </a:spcAft>
              <a:buClr>
                <a:schemeClr val="dk1"/>
              </a:buClr>
              <a:buSzPts val="800"/>
            </a:pPr>
            <a:endParaRPr lang="ru" sz="900" dirty="0">
              <a:solidFill>
                <a:schemeClr val="dk1"/>
              </a:solidFill>
              <a:latin typeface="+mj-lt"/>
              <a:sym typeface="Arial Narrow"/>
            </a:endParaRP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p>
          <a:p>
            <a:pPr marL="171450" marR="0" lvl="0" indent="-171450" algn="l" rtl="0">
              <a:spcBef>
                <a:spcPts val="0"/>
              </a:spcBef>
              <a:spcAft>
                <a:spcPts val="0"/>
              </a:spcAft>
              <a:buClr>
                <a:schemeClr val="dk1"/>
              </a:buClr>
              <a:buSzPts val="800"/>
              <a:buFontTx/>
              <a:buChar char="-"/>
            </a:pPr>
            <a:r>
              <a:rPr lang="ru" sz="900" dirty="0">
                <a:solidFill>
                  <a:schemeClr val="dk1"/>
                </a:solidFill>
                <a:latin typeface="+mj-lt"/>
                <a:sym typeface="Arial Narrow"/>
              </a:rPr>
              <a:t>Списки, текст</a:t>
            </a:r>
            <a:endParaRPr lang="ru" sz="900" dirty="0">
              <a:solidFill>
                <a:srgbClr val="001A72"/>
              </a:solidFill>
              <a:latin typeface="+mj-lt"/>
              <a:sym typeface="Arial Narrow"/>
            </a:endParaRPr>
          </a:p>
          <a:p>
            <a:pPr marR="0" lvl="0" algn="l" rtl="0">
              <a:spcBef>
                <a:spcPts val="0"/>
              </a:spcBef>
              <a:spcAft>
                <a:spcPts val="0"/>
              </a:spcAft>
              <a:buClr>
                <a:schemeClr val="dk1"/>
              </a:buClr>
              <a:buSzPts val="800"/>
            </a:pPr>
            <a:endParaRPr lang="ru" sz="900" dirty="0">
              <a:solidFill>
                <a:srgbClr val="001A72"/>
              </a:solidFill>
              <a:latin typeface="+mj-lt"/>
              <a:sym typeface="Arial Narrow"/>
            </a:endParaRPr>
          </a:p>
        </p:txBody>
      </p:sp>
      <p:sp>
        <p:nvSpPr>
          <p:cNvPr id="147" name="Google Shape;167;p29"/>
          <p:cNvSpPr txBox="1"/>
          <p:nvPr/>
        </p:nvSpPr>
        <p:spPr>
          <a:xfrm>
            <a:off x="564517" y="3889680"/>
            <a:ext cx="1159508" cy="1985149"/>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pPr marL="0" marR="0" lvl="0" indent="0" algn="l" rtl="0">
              <a:spcBef>
                <a:spcPts val="0"/>
              </a:spcBef>
              <a:spcAft>
                <a:spcPts val="0"/>
              </a:spcAft>
              <a:buNone/>
            </a:pPr>
            <a:endParaRPr lang="ru" sz="800" b="1"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p:txBody>
      </p:sp>
      <p:sp>
        <p:nvSpPr>
          <p:cNvPr id="159" name="Google Shape;154;gb6f6fa0e72_1_0"/>
          <p:cNvSpPr/>
          <p:nvPr/>
        </p:nvSpPr>
        <p:spPr>
          <a:xfrm rot="16200000">
            <a:off x="1295403" y="4697208"/>
            <a:ext cx="342900" cy="2933702"/>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162" name="Google Shape;197;p29"/>
          <p:cNvSpPr txBox="1"/>
          <p:nvPr/>
        </p:nvSpPr>
        <p:spPr>
          <a:xfrm>
            <a:off x="621666" y="6012487"/>
            <a:ext cx="2312035" cy="22310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ru-RU" sz="1000" dirty="0">
                <a:solidFill>
                  <a:schemeClr val="dk1"/>
                </a:solidFill>
                <a:latin typeface="+mj-lt"/>
                <a:sym typeface="Calibri"/>
              </a:rPr>
              <a:t>Тезисы</a:t>
            </a:r>
            <a:endParaRPr lang="ru" sz="1000" dirty="0">
              <a:solidFill>
                <a:schemeClr val="dk1"/>
              </a:solidFill>
              <a:latin typeface="+mj-lt"/>
              <a:sym typeface="Calibri"/>
            </a:endParaRPr>
          </a:p>
        </p:txBody>
      </p:sp>
      <p:cxnSp>
        <p:nvCxnSpPr>
          <p:cNvPr id="166" name="Google Shape;667;p81"/>
          <p:cNvCxnSpPr>
            <a:cxnSpLocks/>
          </p:cNvCxnSpPr>
          <p:nvPr/>
        </p:nvCxnSpPr>
        <p:spPr>
          <a:xfrm>
            <a:off x="6939800" y="1630680"/>
            <a:ext cx="0" cy="5217911"/>
          </a:xfrm>
          <a:prstGeom prst="straightConnector1">
            <a:avLst/>
          </a:prstGeom>
          <a:noFill/>
          <a:ln w="9525" cap="flat" cmpd="sng">
            <a:solidFill>
              <a:schemeClr val="bg1">
                <a:lumMod val="85000"/>
              </a:schemeClr>
            </a:solidFill>
            <a:prstDash val="dash"/>
            <a:round/>
            <a:headEnd type="none" w="med" len="med"/>
            <a:tailEnd type="none" w="med" len="med"/>
          </a:ln>
        </p:spPr>
      </p:cxnSp>
      <p:sp>
        <p:nvSpPr>
          <p:cNvPr id="45" name="Google Shape;67;p15">
            <a:extLst>
              <a:ext uri="{FF2B5EF4-FFF2-40B4-BE49-F238E27FC236}">
                <a16:creationId xmlns:a16="http://schemas.microsoft.com/office/drawing/2014/main" id="{342D72BB-1591-4F3A-8C00-A18AFD48FBB6}"/>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 </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46" name="Google Shape;154;gb6f6fa0e72_1_0">
            <a:extLst>
              <a:ext uri="{FF2B5EF4-FFF2-40B4-BE49-F238E27FC236}">
                <a16:creationId xmlns:a16="http://schemas.microsoft.com/office/drawing/2014/main" id="{428D8EAD-96EB-40EC-A92B-389A4DF6AF6D}"/>
              </a:ext>
            </a:extLst>
          </p:cNvPr>
          <p:cNvSpPr/>
          <p:nvPr/>
        </p:nvSpPr>
        <p:spPr>
          <a:xfrm rot="16200000">
            <a:off x="4647684" y="2133600"/>
            <a:ext cx="342900" cy="2933700"/>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47" name="Google Shape;173;p29">
            <a:extLst>
              <a:ext uri="{FF2B5EF4-FFF2-40B4-BE49-F238E27FC236}">
                <a16:creationId xmlns:a16="http://schemas.microsoft.com/office/drawing/2014/main" id="{154C70A1-0F7B-4391-8542-A4E100BF798C}"/>
              </a:ext>
            </a:extLst>
          </p:cNvPr>
          <p:cNvSpPr txBox="1"/>
          <p:nvPr/>
        </p:nvSpPr>
        <p:spPr>
          <a:xfrm>
            <a:off x="3952959" y="3397262"/>
            <a:ext cx="2383825" cy="320590"/>
          </a:xfrm>
          <a:prstGeom prst="rect">
            <a:avLst/>
          </a:prstGeom>
          <a:noFill/>
          <a:ln>
            <a:noFill/>
          </a:ln>
        </p:spPr>
        <p:txBody>
          <a:bodyPr spcFirstLastPara="1" wrap="square" lIns="68575" tIns="68575" rIns="68575" bIns="68575" anchor="t" anchorCtr="0">
            <a:spAutoFit/>
          </a:bodyPr>
          <a:lstStyle/>
          <a:p>
            <a:pPr marL="0" marR="0" lvl="0" indent="0" algn="l" rtl="0">
              <a:lnSpc>
                <a:spcPct val="100000"/>
              </a:lnSpc>
              <a:spcBef>
                <a:spcPts val="100"/>
              </a:spcBef>
              <a:spcAft>
                <a:spcPts val="0"/>
              </a:spcAft>
              <a:buClr>
                <a:srgbClr val="002060"/>
              </a:buClr>
              <a:buSzPts val="900"/>
              <a:buFont typeface="Arial"/>
              <a:buNone/>
            </a:pPr>
            <a:r>
              <a:rPr lang="ru" sz="1100" b="1" dirty="0">
                <a:solidFill>
                  <a:srgbClr val="1F497D"/>
                </a:solidFill>
                <a:latin typeface="+mj-lt"/>
                <a:sym typeface="Arial Narrow"/>
              </a:rPr>
              <a:t>ВРЕЗКИ ПОДЗАГОЛОВКИ</a:t>
            </a:r>
            <a:endParaRPr lang="ru-RU" sz="1100" b="1" dirty="0">
              <a:solidFill>
                <a:srgbClr val="1F497D"/>
              </a:solidFill>
              <a:latin typeface="+mj-lt"/>
              <a:sym typeface="Arial Narrow"/>
            </a:endParaRPr>
          </a:p>
        </p:txBody>
      </p:sp>
      <p:sp>
        <p:nvSpPr>
          <p:cNvPr id="48" name="Google Shape;167;p29">
            <a:extLst>
              <a:ext uri="{FF2B5EF4-FFF2-40B4-BE49-F238E27FC236}">
                <a16:creationId xmlns:a16="http://schemas.microsoft.com/office/drawing/2014/main" id="{5F2670C0-2AE0-4EF6-AECA-230AF4024858}"/>
              </a:ext>
            </a:extLst>
          </p:cNvPr>
          <p:cNvSpPr txBox="1"/>
          <p:nvPr/>
        </p:nvSpPr>
        <p:spPr>
          <a:xfrm>
            <a:off x="3916801" y="3889680"/>
            <a:ext cx="1159508" cy="1985149"/>
          </a:xfrm>
          <a:prstGeom prst="rect">
            <a:avLst/>
          </a:prstGeom>
          <a:noFill/>
          <a:ln>
            <a:noFill/>
          </a:ln>
        </p:spPr>
        <p:txBody>
          <a:bodyPr spcFirstLastPara="1" wrap="square" lIns="68575" tIns="68575" rIns="68575" bIns="68575" anchor="t" anchorCtr="0">
            <a:spAutoFit/>
          </a:bodyPr>
          <a:lstStyle/>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pPr marL="0" marR="0" lvl="0" indent="0" algn="l" rtl="0">
              <a:spcBef>
                <a:spcPts val="0"/>
              </a:spcBef>
              <a:spcAft>
                <a:spcPts val="0"/>
              </a:spcAft>
              <a:buNone/>
            </a:pPr>
            <a:endParaRPr lang="ru" sz="800" b="1" i="1" dirty="0">
              <a:solidFill>
                <a:schemeClr val="dk1"/>
              </a:solidFill>
              <a:latin typeface="+mj-lt"/>
              <a:ea typeface="Arial Narrow"/>
              <a:cs typeface="Arial Narrow"/>
              <a:sym typeface="Arial Narrow"/>
            </a:endParaRPr>
          </a:p>
          <a:p>
            <a:pPr marL="0" marR="0" lvl="0" indent="0" algn="l" rtl="0">
              <a:spcBef>
                <a:spcPts val="0"/>
              </a:spcBef>
              <a:spcAft>
                <a:spcPts val="0"/>
              </a:spcAft>
              <a:buNone/>
            </a:pPr>
            <a:r>
              <a:rPr lang="ru-RU" sz="800" b="1" dirty="0">
                <a:solidFill>
                  <a:srgbClr val="1F497D"/>
                </a:solidFill>
                <a:latin typeface="+mj-lt"/>
                <a:ea typeface="Arial Narrow"/>
                <a:cs typeface="Arial Narrow"/>
                <a:sym typeface="Arial Narrow"/>
              </a:rPr>
              <a:t>ПУНКТЫ</a:t>
            </a:r>
            <a:endParaRPr lang="en-US" sz="800" b="1" dirty="0">
              <a:solidFill>
                <a:srgbClr val="1F497D"/>
              </a:solidFill>
              <a:latin typeface="+mj-lt"/>
              <a:ea typeface="Arial Narrow"/>
              <a:cs typeface="Arial Narrow"/>
              <a:sym typeface="Arial Narrow"/>
            </a:endParaRPr>
          </a:p>
          <a:p>
            <a:r>
              <a:rPr lang="ru" sz="800" i="1" dirty="0">
                <a:solidFill>
                  <a:schemeClr val="dk1"/>
                </a:solidFill>
                <a:latin typeface="+mj-lt"/>
                <a:ea typeface="Arial Narrow"/>
                <a:cs typeface="Arial Narrow"/>
                <a:sym typeface="Arial Narrow"/>
              </a:rPr>
              <a:t>Комментарии</a:t>
            </a:r>
          </a:p>
          <a:p>
            <a:endParaRPr lang="ru" sz="800" i="1" dirty="0">
              <a:solidFill>
                <a:schemeClr val="dk1"/>
              </a:solidFill>
              <a:latin typeface="+mj-lt"/>
              <a:ea typeface="Arial Narrow"/>
              <a:cs typeface="Arial Narrow"/>
              <a:sym typeface="Arial Narrow"/>
            </a:endParaRPr>
          </a:p>
        </p:txBody>
      </p:sp>
      <p:sp>
        <p:nvSpPr>
          <p:cNvPr id="49" name="Google Shape;154;gb6f6fa0e72_1_0">
            <a:extLst>
              <a:ext uri="{FF2B5EF4-FFF2-40B4-BE49-F238E27FC236}">
                <a16:creationId xmlns:a16="http://schemas.microsoft.com/office/drawing/2014/main" id="{5F26C643-E429-4993-BA18-F882C347ED86}"/>
              </a:ext>
            </a:extLst>
          </p:cNvPr>
          <p:cNvSpPr/>
          <p:nvPr/>
        </p:nvSpPr>
        <p:spPr>
          <a:xfrm rot="16200000">
            <a:off x="4647686" y="4697208"/>
            <a:ext cx="342900" cy="2933701"/>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mj-lt"/>
              <a:ea typeface="Arial"/>
              <a:cs typeface="Arial"/>
              <a:sym typeface="Arial"/>
            </a:endParaRPr>
          </a:p>
        </p:txBody>
      </p:sp>
      <p:sp>
        <p:nvSpPr>
          <p:cNvPr id="50" name="Google Shape;197;p29">
            <a:extLst>
              <a:ext uri="{FF2B5EF4-FFF2-40B4-BE49-F238E27FC236}">
                <a16:creationId xmlns:a16="http://schemas.microsoft.com/office/drawing/2014/main" id="{F69748FB-AD60-464D-9433-C7D0638FA494}"/>
              </a:ext>
            </a:extLst>
          </p:cNvPr>
          <p:cNvSpPr txBox="1"/>
          <p:nvPr/>
        </p:nvSpPr>
        <p:spPr>
          <a:xfrm>
            <a:off x="3973950" y="6012487"/>
            <a:ext cx="2304553" cy="22310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ru-RU" sz="1000" dirty="0">
                <a:solidFill>
                  <a:schemeClr val="dk1"/>
                </a:solidFill>
                <a:latin typeface="+mj-lt"/>
                <a:sym typeface="Calibri"/>
              </a:rPr>
              <a:t>Тезисы</a:t>
            </a:r>
            <a:endParaRPr lang="ru" sz="1000" dirty="0">
              <a:solidFill>
                <a:schemeClr val="dk1"/>
              </a:solidFill>
              <a:latin typeface="+mj-lt"/>
              <a:sym typeface="Calibri"/>
            </a:endParaRPr>
          </a:p>
        </p:txBody>
      </p:sp>
      <p:sp>
        <p:nvSpPr>
          <p:cNvPr id="51" name="Google Shape;106;p15">
            <a:extLst>
              <a:ext uri="{FF2B5EF4-FFF2-40B4-BE49-F238E27FC236}">
                <a16:creationId xmlns:a16="http://schemas.microsoft.com/office/drawing/2014/main" id="{AED5D094-C253-46D7-94CB-5D3C3AD2BA50}"/>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6</a:t>
            </a:fld>
            <a:endParaRPr lang="ru" sz="1000" dirty="0">
              <a:latin typeface="+mj-lt"/>
              <a:ea typeface="Montserrat"/>
              <a:cs typeface="Montserrat"/>
              <a:sym typeface="Montserrat"/>
            </a:endParaRPr>
          </a:p>
        </p:txBody>
      </p:sp>
    </p:spTree>
    <p:extLst>
      <p:ext uri="{BB962C8B-B14F-4D97-AF65-F5344CB8AC3E}">
        <p14:creationId xmlns:p14="http://schemas.microsoft.com/office/powerpoint/2010/main" val="1784211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158;p17">
            <a:extLst>
              <a:ext uri="{FF2B5EF4-FFF2-40B4-BE49-F238E27FC236}">
                <a16:creationId xmlns:a16="http://schemas.microsoft.com/office/drawing/2014/main" id="{66882B29-6B89-4CAF-AF66-9F0211EF093D}"/>
              </a:ext>
            </a:extLst>
          </p:cNvPr>
          <p:cNvSpPr/>
          <p:nvPr/>
        </p:nvSpPr>
        <p:spPr>
          <a:xfrm rot="21594989">
            <a:off x="11583" y="2895367"/>
            <a:ext cx="749875" cy="48249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ru-RU" sz="900" b="1" dirty="0">
                <a:solidFill>
                  <a:srgbClr val="699BCD"/>
                </a:solidFill>
                <a:latin typeface="Montserrat"/>
                <a:ea typeface="Montserrat"/>
                <a:cs typeface="Montserrat"/>
                <a:sym typeface="Montserrat"/>
              </a:rPr>
              <a:t>Н</a:t>
            </a:r>
            <a:r>
              <a:rPr lang="ru" sz="900" b="1" dirty="0">
                <a:solidFill>
                  <a:srgbClr val="699BCD"/>
                </a:solidFill>
                <a:latin typeface="Montserrat"/>
                <a:ea typeface="Montserrat"/>
                <a:cs typeface="Montserrat"/>
                <a:sym typeface="Montserrat"/>
              </a:rPr>
              <a:t>азвание</a:t>
            </a:r>
          </a:p>
          <a:p>
            <a:pPr marL="0" marR="0" lvl="0" indent="0" algn="l" rtl="0">
              <a:lnSpc>
                <a:spcPct val="100000"/>
              </a:lnSpc>
              <a:spcBef>
                <a:spcPts val="0"/>
              </a:spcBef>
              <a:spcAft>
                <a:spcPts val="0"/>
              </a:spcAft>
              <a:buNone/>
            </a:pPr>
            <a:r>
              <a:rPr lang="ru" sz="900" b="1" dirty="0">
                <a:solidFill>
                  <a:srgbClr val="699BCD"/>
                </a:solidFill>
                <a:latin typeface="Montserrat"/>
                <a:ea typeface="Montserrat"/>
                <a:cs typeface="Montserrat"/>
                <a:sym typeface="Montserrat"/>
              </a:rPr>
              <a:t>показателей</a:t>
            </a:r>
            <a:endParaRPr sz="900" b="1" dirty="0">
              <a:solidFill>
                <a:srgbClr val="699BCD"/>
              </a:solidFill>
              <a:latin typeface="Montserrat"/>
              <a:ea typeface="Montserrat"/>
              <a:cs typeface="Montserrat"/>
              <a:sym typeface="Montserrat"/>
            </a:endParaRPr>
          </a:p>
        </p:txBody>
      </p:sp>
      <p:sp>
        <p:nvSpPr>
          <p:cNvPr id="56" name="Google Shape;157;p17">
            <a:extLst>
              <a:ext uri="{FF2B5EF4-FFF2-40B4-BE49-F238E27FC236}">
                <a16:creationId xmlns:a16="http://schemas.microsoft.com/office/drawing/2014/main" id="{69B1B2BA-4FE6-483A-9631-56FAD2883F8D}"/>
              </a:ext>
            </a:extLst>
          </p:cNvPr>
          <p:cNvSpPr/>
          <p:nvPr/>
        </p:nvSpPr>
        <p:spPr>
          <a:xfrm>
            <a:off x="979441" y="2256603"/>
            <a:ext cx="2298085" cy="41965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 sz="1200" b="1" dirty="0">
                <a:solidFill>
                  <a:srgbClr val="0074BD"/>
                </a:solidFill>
                <a:latin typeface="Montserrat"/>
                <a:ea typeface="Montserrat"/>
                <a:cs typeface="Montserrat"/>
                <a:sym typeface="Montserrat"/>
              </a:rPr>
              <a:t>ЗАГОЛОВОК</a:t>
            </a:r>
            <a:endParaRPr sz="1200" b="1" dirty="0">
              <a:solidFill>
                <a:srgbClr val="0074BD"/>
              </a:solidFill>
              <a:latin typeface="Montserrat"/>
              <a:ea typeface="Montserrat"/>
              <a:cs typeface="Montserrat"/>
              <a:sym typeface="Montserrat"/>
            </a:endParaRPr>
          </a:p>
        </p:txBody>
      </p:sp>
      <p:sp>
        <p:nvSpPr>
          <p:cNvPr id="57" name="Google Shape;159;p17">
            <a:extLst>
              <a:ext uri="{FF2B5EF4-FFF2-40B4-BE49-F238E27FC236}">
                <a16:creationId xmlns:a16="http://schemas.microsoft.com/office/drawing/2014/main" id="{1BA31AF7-7F67-4C53-BB5E-B749945CDD43}"/>
              </a:ext>
            </a:extLst>
          </p:cNvPr>
          <p:cNvSpPr txBox="1"/>
          <p:nvPr/>
        </p:nvSpPr>
        <p:spPr>
          <a:xfrm>
            <a:off x="930328" y="2862295"/>
            <a:ext cx="1074762"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2020</a:t>
            </a:r>
            <a:endParaRPr sz="1000" i="1"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58" name="Google Shape;160;p17">
            <a:extLst>
              <a:ext uri="{FF2B5EF4-FFF2-40B4-BE49-F238E27FC236}">
                <a16:creationId xmlns:a16="http://schemas.microsoft.com/office/drawing/2014/main" id="{4689A1C3-74ED-43D9-ACEE-300BE75AFA10}"/>
              </a:ext>
            </a:extLst>
          </p:cNvPr>
          <p:cNvSpPr txBox="1"/>
          <p:nvPr/>
        </p:nvSpPr>
        <p:spPr>
          <a:xfrm>
            <a:off x="1999523" y="2862295"/>
            <a:ext cx="1106006"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2030</a:t>
            </a:r>
            <a:endParaRPr sz="1000" i="1"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59" name="Google Shape;161;p17">
            <a:extLst>
              <a:ext uri="{FF2B5EF4-FFF2-40B4-BE49-F238E27FC236}">
                <a16:creationId xmlns:a16="http://schemas.microsoft.com/office/drawing/2014/main" id="{2C30A083-9AE0-4AC8-825B-26402B5EC751}"/>
              </a:ext>
            </a:extLst>
          </p:cNvPr>
          <p:cNvSpPr txBox="1"/>
          <p:nvPr/>
        </p:nvSpPr>
        <p:spPr>
          <a:xfrm>
            <a:off x="953709" y="3393765"/>
            <a:ext cx="2603800" cy="838661"/>
          </a:xfrm>
          <a:prstGeom prst="rect">
            <a:avLst/>
          </a:prstGeom>
          <a:noFill/>
          <a:ln>
            <a:noFill/>
          </a:ln>
        </p:spPr>
        <p:txBody>
          <a:bodyPr spcFirstLastPara="1" wrap="square" lIns="91425" tIns="91425" rIns="91425" bIns="91425" anchor="t" anchorCtr="0">
            <a:spAutoFit/>
          </a:bodyPr>
          <a:lstStyle/>
          <a:p>
            <a:pPr marL="179999" lvl="0" indent="-134449" algn="l" rtl="0">
              <a:spcBef>
                <a:spcPts val="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50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p:txBody>
      </p:sp>
      <p:sp>
        <p:nvSpPr>
          <p:cNvPr id="63" name="Google Shape;169;p17">
            <a:extLst>
              <a:ext uri="{FF2B5EF4-FFF2-40B4-BE49-F238E27FC236}">
                <a16:creationId xmlns:a16="http://schemas.microsoft.com/office/drawing/2014/main" id="{56B067A7-CABA-486A-B834-B11676D30BEE}"/>
              </a:ext>
            </a:extLst>
          </p:cNvPr>
          <p:cNvSpPr/>
          <p:nvPr/>
        </p:nvSpPr>
        <p:spPr>
          <a:xfrm rot="999">
            <a:off x="6318560" y="2257003"/>
            <a:ext cx="2755380" cy="518961"/>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RU" sz="1200" b="1" dirty="0">
                <a:solidFill>
                  <a:srgbClr val="0074BD"/>
                </a:solidFill>
                <a:latin typeface="Montserrat"/>
                <a:ea typeface="Montserrat"/>
                <a:cs typeface="Montserrat"/>
                <a:sym typeface="Montserrat"/>
              </a:rPr>
              <a:t>ЗАГОЛОВОК</a:t>
            </a:r>
          </a:p>
        </p:txBody>
      </p:sp>
      <p:sp>
        <p:nvSpPr>
          <p:cNvPr id="64" name="Google Shape;170;p17">
            <a:extLst>
              <a:ext uri="{FF2B5EF4-FFF2-40B4-BE49-F238E27FC236}">
                <a16:creationId xmlns:a16="http://schemas.microsoft.com/office/drawing/2014/main" id="{DAB3710C-8C98-4045-9E4C-045E58D7ACC7}"/>
              </a:ext>
            </a:extLst>
          </p:cNvPr>
          <p:cNvSpPr txBox="1"/>
          <p:nvPr/>
        </p:nvSpPr>
        <p:spPr>
          <a:xfrm>
            <a:off x="6359711" y="2862295"/>
            <a:ext cx="1196894"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2020</a:t>
            </a:r>
            <a:endParaRPr sz="1000" i="1"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67" name="Google Shape;171;p17">
            <a:extLst>
              <a:ext uri="{FF2B5EF4-FFF2-40B4-BE49-F238E27FC236}">
                <a16:creationId xmlns:a16="http://schemas.microsoft.com/office/drawing/2014/main" id="{9FCE4A45-8558-45B8-945F-D5F6610EAC6E}"/>
              </a:ext>
            </a:extLst>
          </p:cNvPr>
          <p:cNvSpPr txBox="1"/>
          <p:nvPr/>
        </p:nvSpPr>
        <p:spPr>
          <a:xfrm>
            <a:off x="7317805" y="2862295"/>
            <a:ext cx="1074762"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2030</a:t>
            </a:r>
            <a:endParaRPr sz="1000" i="1"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68" name="Google Shape;172;p17">
            <a:extLst>
              <a:ext uri="{FF2B5EF4-FFF2-40B4-BE49-F238E27FC236}">
                <a16:creationId xmlns:a16="http://schemas.microsoft.com/office/drawing/2014/main" id="{539885C1-6779-4A06-BDEA-DBE70BA22814}"/>
              </a:ext>
            </a:extLst>
          </p:cNvPr>
          <p:cNvSpPr txBox="1"/>
          <p:nvPr/>
        </p:nvSpPr>
        <p:spPr>
          <a:xfrm>
            <a:off x="6376214" y="3372309"/>
            <a:ext cx="2847880" cy="838661"/>
          </a:xfrm>
          <a:prstGeom prst="rect">
            <a:avLst/>
          </a:prstGeom>
          <a:noFill/>
          <a:ln>
            <a:noFill/>
          </a:ln>
        </p:spPr>
        <p:txBody>
          <a:bodyPr spcFirstLastPara="1" wrap="square" lIns="91425" tIns="91425" rIns="91425" bIns="91425" anchor="t" anchorCtr="0">
            <a:spAutoFit/>
          </a:bodyPr>
          <a:lstStyle/>
          <a:p>
            <a:pPr marL="179999" lvl="0" indent="-134449" algn="l" rtl="0">
              <a:spcBef>
                <a:spcPts val="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50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p:txBody>
      </p:sp>
      <p:sp>
        <p:nvSpPr>
          <p:cNvPr id="71" name="Google Shape;173;p17">
            <a:extLst>
              <a:ext uri="{FF2B5EF4-FFF2-40B4-BE49-F238E27FC236}">
                <a16:creationId xmlns:a16="http://schemas.microsoft.com/office/drawing/2014/main" id="{A4283AA1-7DAC-447E-9239-B74BA674D638}"/>
              </a:ext>
            </a:extLst>
          </p:cNvPr>
          <p:cNvSpPr/>
          <p:nvPr/>
        </p:nvSpPr>
        <p:spPr>
          <a:xfrm>
            <a:off x="9224296" y="2256603"/>
            <a:ext cx="2473875" cy="419654"/>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RU" sz="1200" b="1" dirty="0">
                <a:solidFill>
                  <a:srgbClr val="0074BD"/>
                </a:solidFill>
                <a:latin typeface="Montserrat"/>
                <a:ea typeface="Montserrat"/>
                <a:cs typeface="Montserrat"/>
                <a:sym typeface="Montserrat"/>
              </a:rPr>
              <a:t>ЗАГОЛОВОК</a:t>
            </a:r>
          </a:p>
        </p:txBody>
      </p:sp>
      <p:sp>
        <p:nvSpPr>
          <p:cNvPr id="73" name="Google Shape;174;p17">
            <a:extLst>
              <a:ext uri="{FF2B5EF4-FFF2-40B4-BE49-F238E27FC236}">
                <a16:creationId xmlns:a16="http://schemas.microsoft.com/office/drawing/2014/main" id="{3265806A-26B9-4DAA-867D-C462C5C45152}"/>
              </a:ext>
            </a:extLst>
          </p:cNvPr>
          <p:cNvSpPr txBox="1"/>
          <p:nvPr/>
        </p:nvSpPr>
        <p:spPr>
          <a:xfrm>
            <a:off x="10270793" y="2862295"/>
            <a:ext cx="1167663"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2030</a:t>
            </a:r>
            <a:r>
              <a:rPr lang="ru" sz="1000" dirty="0">
                <a:solidFill>
                  <a:srgbClr val="666666"/>
                </a:solidFill>
                <a:latin typeface="Montserrat"/>
                <a:ea typeface="Montserrat"/>
                <a:cs typeface="Montserrat"/>
                <a:sym typeface="Montserrat"/>
              </a:rPr>
              <a:t> </a:t>
            </a:r>
            <a:endParaRPr sz="1000"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77" name="Google Shape;175;p17">
            <a:extLst>
              <a:ext uri="{FF2B5EF4-FFF2-40B4-BE49-F238E27FC236}">
                <a16:creationId xmlns:a16="http://schemas.microsoft.com/office/drawing/2014/main" id="{3B01ABF2-8A08-456A-9A30-3B932DBE3D32}"/>
              </a:ext>
            </a:extLst>
          </p:cNvPr>
          <p:cNvSpPr txBox="1"/>
          <p:nvPr/>
        </p:nvSpPr>
        <p:spPr>
          <a:xfrm>
            <a:off x="9164263" y="2862295"/>
            <a:ext cx="1280985" cy="49241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1000" i="1" dirty="0">
                <a:solidFill>
                  <a:srgbClr val="666666"/>
                </a:solidFill>
                <a:latin typeface="Montserrat"/>
                <a:ea typeface="Montserrat"/>
                <a:cs typeface="Montserrat"/>
                <a:sym typeface="Montserrat"/>
              </a:rPr>
              <a:t>2020 </a:t>
            </a:r>
            <a:endParaRPr sz="1000" i="1" dirty="0">
              <a:solidFill>
                <a:srgbClr val="666666"/>
              </a:solidFill>
              <a:latin typeface="Montserrat"/>
              <a:ea typeface="Montserrat"/>
              <a:cs typeface="Montserrat"/>
              <a:sym typeface="Montserrat"/>
            </a:endParaRP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87" name="Google Shape;177;p17">
            <a:extLst>
              <a:ext uri="{FF2B5EF4-FFF2-40B4-BE49-F238E27FC236}">
                <a16:creationId xmlns:a16="http://schemas.microsoft.com/office/drawing/2014/main" id="{623B3934-B808-4D1D-9F76-3F5DFE1DB51E}"/>
              </a:ext>
            </a:extLst>
          </p:cNvPr>
          <p:cNvSpPr txBox="1"/>
          <p:nvPr/>
        </p:nvSpPr>
        <p:spPr>
          <a:xfrm>
            <a:off x="9197882" y="3365102"/>
            <a:ext cx="2856972" cy="838661"/>
          </a:xfrm>
          <a:prstGeom prst="rect">
            <a:avLst/>
          </a:prstGeom>
          <a:noFill/>
          <a:ln>
            <a:noFill/>
          </a:ln>
        </p:spPr>
        <p:txBody>
          <a:bodyPr spcFirstLastPara="1" wrap="square" lIns="91425" tIns="91425" rIns="91425" bIns="91425" anchor="t" anchorCtr="0">
            <a:spAutoFit/>
          </a:bodyPr>
          <a:lstStyle/>
          <a:p>
            <a:pPr marL="179999" lvl="0" indent="-134449" algn="l" rtl="0">
              <a:spcBef>
                <a:spcPts val="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a:p>
            <a:pPr marL="179999" lvl="0" indent="-134449" algn="l" rtl="0">
              <a:spcBef>
                <a:spcPts val="500"/>
              </a:spcBef>
              <a:spcAft>
                <a:spcPts val="50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p>
        </p:txBody>
      </p:sp>
      <p:sp>
        <p:nvSpPr>
          <p:cNvPr id="88" name="Google Shape;183;p17">
            <a:extLst>
              <a:ext uri="{FF2B5EF4-FFF2-40B4-BE49-F238E27FC236}">
                <a16:creationId xmlns:a16="http://schemas.microsoft.com/office/drawing/2014/main" id="{41490EAB-5150-4794-AC04-C2E6F6A70238}"/>
              </a:ext>
            </a:extLst>
          </p:cNvPr>
          <p:cNvSpPr/>
          <p:nvPr/>
        </p:nvSpPr>
        <p:spPr>
          <a:xfrm>
            <a:off x="1797" y="1387513"/>
            <a:ext cx="2199265" cy="548466"/>
          </a:xfrm>
          <a:custGeom>
            <a:avLst/>
            <a:gdLst>
              <a:gd name="connsiteX0" fmla="*/ 0 w 1645921"/>
              <a:gd name="connsiteY0" fmla="*/ 0 h 391481"/>
              <a:gd name="connsiteX1" fmla="*/ 1450181 w 1645921"/>
              <a:gd name="connsiteY1" fmla="*/ 0 h 391481"/>
              <a:gd name="connsiteX2" fmla="*/ 1645921 w 1645921"/>
              <a:gd name="connsiteY2" fmla="*/ 195741 h 391481"/>
              <a:gd name="connsiteX3" fmla="*/ 1450181 w 1645921"/>
              <a:gd name="connsiteY3" fmla="*/ 391481 h 391481"/>
              <a:gd name="connsiteX4" fmla="*/ 0 w 1645921"/>
              <a:gd name="connsiteY4" fmla="*/ 391481 h 391481"/>
              <a:gd name="connsiteX5" fmla="*/ 195741 w 1645921"/>
              <a:gd name="connsiteY5" fmla="*/ 195741 h 391481"/>
              <a:gd name="connsiteX6" fmla="*/ 0 w 1645921"/>
              <a:gd name="connsiteY6" fmla="*/ 0 h 391481"/>
              <a:gd name="connsiteX0" fmla="*/ 17619 w 1663540"/>
              <a:gd name="connsiteY0" fmla="*/ 0 h 391481"/>
              <a:gd name="connsiteX1" fmla="*/ 1467800 w 1663540"/>
              <a:gd name="connsiteY1" fmla="*/ 0 h 391481"/>
              <a:gd name="connsiteX2" fmla="*/ 1663540 w 1663540"/>
              <a:gd name="connsiteY2" fmla="*/ 195741 h 391481"/>
              <a:gd name="connsiteX3" fmla="*/ 1467800 w 1663540"/>
              <a:gd name="connsiteY3" fmla="*/ 391481 h 391481"/>
              <a:gd name="connsiteX4" fmla="*/ 17619 w 1663540"/>
              <a:gd name="connsiteY4" fmla="*/ 391481 h 391481"/>
              <a:gd name="connsiteX5" fmla="*/ 0 w 1663540"/>
              <a:gd name="connsiteY5" fmla="*/ 195741 h 391481"/>
              <a:gd name="connsiteX6" fmla="*/ 17619 w 1663540"/>
              <a:gd name="connsiteY6" fmla="*/ 0 h 391481"/>
              <a:gd name="connsiteX0" fmla="*/ 0 w 1645921"/>
              <a:gd name="connsiteY0" fmla="*/ 0 h 391481"/>
              <a:gd name="connsiteX1" fmla="*/ 1450181 w 1645921"/>
              <a:gd name="connsiteY1" fmla="*/ 0 h 391481"/>
              <a:gd name="connsiteX2" fmla="*/ 1645921 w 1645921"/>
              <a:gd name="connsiteY2" fmla="*/ 195741 h 391481"/>
              <a:gd name="connsiteX3" fmla="*/ 1450181 w 1645921"/>
              <a:gd name="connsiteY3" fmla="*/ 391481 h 391481"/>
              <a:gd name="connsiteX4" fmla="*/ 0 w 1645921"/>
              <a:gd name="connsiteY4" fmla="*/ 391481 h 391481"/>
              <a:gd name="connsiteX5" fmla="*/ 71281 w 1645921"/>
              <a:gd name="connsiteY5" fmla="*/ 192566 h 391481"/>
              <a:gd name="connsiteX6" fmla="*/ 0 w 1645921"/>
              <a:gd name="connsiteY6" fmla="*/ 0 h 391481"/>
              <a:gd name="connsiteX0" fmla="*/ 1744 w 1647665"/>
              <a:gd name="connsiteY0" fmla="*/ 0 h 391481"/>
              <a:gd name="connsiteX1" fmla="*/ 1451925 w 1647665"/>
              <a:gd name="connsiteY1" fmla="*/ 0 h 391481"/>
              <a:gd name="connsiteX2" fmla="*/ 1647665 w 1647665"/>
              <a:gd name="connsiteY2" fmla="*/ 195741 h 391481"/>
              <a:gd name="connsiteX3" fmla="*/ 1451925 w 1647665"/>
              <a:gd name="connsiteY3" fmla="*/ 391481 h 391481"/>
              <a:gd name="connsiteX4" fmla="*/ 1744 w 1647665"/>
              <a:gd name="connsiteY4" fmla="*/ 391481 h 391481"/>
              <a:gd name="connsiteX5" fmla="*/ 0 w 1647665"/>
              <a:gd name="connsiteY5" fmla="*/ 189391 h 391481"/>
              <a:gd name="connsiteX6" fmla="*/ 1744 w 1647665"/>
              <a:gd name="connsiteY6" fmla="*/ 0 h 39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7665" h="391481">
                <a:moveTo>
                  <a:pt x="1744" y="0"/>
                </a:moveTo>
                <a:lnTo>
                  <a:pt x="1451925" y="0"/>
                </a:lnTo>
                <a:lnTo>
                  <a:pt x="1647665" y="195741"/>
                </a:lnTo>
                <a:lnTo>
                  <a:pt x="1451925" y="391481"/>
                </a:lnTo>
                <a:lnTo>
                  <a:pt x="1744" y="391481"/>
                </a:lnTo>
                <a:cubicBezTo>
                  <a:pt x="1163" y="324118"/>
                  <a:pt x="581" y="256754"/>
                  <a:pt x="0" y="189391"/>
                </a:cubicBezTo>
                <a:cubicBezTo>
                  <a:pt x="581" y="126261"/>
                  <a:pt x="1163" y="63130"/>
                  <a:pt x="1744" y="0"/>
                </a:cubicBezTo>
                <a:close/>
              </a:path>
            </a:pathLst>
          </a:custGeom>
          <a:solidFill>
            <a:srgbClr val="699BC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ru-RU" sz="1000" b="1" dirty="0">
                <a:solidFill>
                  <a:schemeClr val="lt1"/>
                </a:solidFill>
                <a:latin typeface="Montserrat"/>
                <a:ea typeface="Montserrat"/>
                <a:cs typeface="Montserrat"/>
                <a:sym typeface="Montserrat"/>
              </a:rPr>
              <a:t>ПРОЕКТ </a:t>
            </a:r>
          </a:p>
        </p:txBody>
      </p:sp>
      <p:sp>
        <p:nvSpPr>
          <p:cNvPr id="89" name="Google Shape;184;p17">
            <a:extLst>
              <a:ext uri="{FF2B5EF4-FFF2-40B4-BE49-F238E27FC236}">
                <a16:creationId xmlns:a16="http://schemas.microsoft.com/office/drawing/2014/main" id="{4708AB55-65C0-4459-A2C9-0FE2CA4653B9}"/>
              </a:ext>
            </a:extLst>
          </p:cNvPr>
          <p:cNvSpPr/>
          <p:nvPr/>
        </p:nvSpPr>
        <p:spPr>
          <a:xfrm>
            <a:off x="8668139" y="1394430"/>
            <a:ext cx="2063455" cy="548465"/>
          </a:xfrm>
          <a:prstGeom prst="chevron">
            <a:avLst>
              <a:gd name="adj" fmla="val 50000"/>
            </a:avLst>
          </a:prstGeom>
          <a:solidFill>
            <a:srgbClr val="D0E0E3"/>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ru-RU" sz="1000" dirty="0">
                <a:solidFill>
                  <a:schemeClr val="dk1"/>
                </a:solidFill>
                <a:latin typeface="Montserrat"/>
                <a:ea typeface="Montserrat"/>
                <a:cs typeface="Montserrat"/>
                <a:sym typeface="Montserrat"/>
              </a:rPr>
              <a:t>Этап 5</a:t>
            </a:r>
            <a:endParaRPr lang="ru-RU" sz="1800" dirty="0"/>
          </a:p>
        </p:txBody>
      </p:sp>
      <p:sp>
        <p:nvSpPr>
          <p:cNvPr id="90" name="Google Shape;185;p17">
            <a:extLst>
              <a:ext uri="{FF2B5EF4-FFF2-40B4-BE49-F238E27FC236}">
                <a16:creationId xmlns:a16="http://schemas.microsoft.com/office/drawing/2014/main" id="{E11456A8-8F56-4125-8C6D-41C3D2F03D2E}"/>
              </a:ext>
            </a:extLst>
          </p:cNvPr>
          <p:cNvSpPr txBox="1"/>
          <p:nvPr/>
        </p:nvSpPr>
        <p:spPr>
          <a:xfrm>
            <a:off x="11194057" y="1355254"/>
            <a:ext cx="1074762"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ru" sz="1000" dirty="0">
                <a:latin typeface="Montserrat"/>
                <a:ea typeface="Montserrat"/>
                <a:cs typeface="Montserrat"/>
                <a:sym typeface="Montserrat"/>
              </a:rPr>
              <a:t>глобальные рынки</a:t>
            </a:r>
            <a:endParaRPr sz="1000" dirty="0">
              <a:latin typeface="Montserrat"/>
              <a:ea typeface="Montserrat"/>
              <a:cs typeface="Montserrat"/>
              <a:sym typeface="Montserrat"/>
            </a:endParaRPr>
          </a:p>
        </p:txBody>
      </p:sp>
      <p:sp>
        <p:nvSpPr>
          <p:cNvPr id="92" name="Google Shape;164;p17">
            <a:extLst>
              <a:ext uri="{FF2B5EF4-FFF2-40B4-BE49-F238E27FC236}">
                <a16:creationId xmlns:a16="http://schemas.microsoft.com/office/drawing/2014/main" id="{C9D3EE6E-EA00-432F-BDBB-29C5A1A618AE}"/>
              </a:ext>
            </a:extLst>
          </p:cNvPr>
          <p:cNvSpPr/>
          <p:nvPr/>
        </p:nvSpPr>
        <p:spPr>
          <a:xfrm rot="21598566">
            <a:off x="3497677" y="2257205"/>
            <a:ext cx="2880715" cy="428463"/>
          </a:xfrm>
          <a:prstGeom prst="rect">
            <a:avLst/>
          </a:prstGeom>
          <a:solidFill>
            <a:srgbClr val="FFFFF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ru-RU" sz="1200" b="1" dirty="0">
                <a:solidFill>
                  <a:srgbClr val="0074BD"/>
                </a:solidFill>
                <a:latin typeface="Montserrat"/>
                <a:ea typeface="Montserrat"/>
                <a:cs typeface="Montserrat"/>
                <a:sym typeface="Montserrat"/>
              </a:rPr>
              <a:t>ЗАГОЛОВОК</a:t>
            </a:r>
          </a:p>
        </p:txBody>
      </p:sp>
      <p:sp>
        <p:nvSpPr>
          <p:cNvPr id="93" name="Google Shape;165;p17">
            <a:extLst>
              <a:ext uri="{FF2B5EF4-FFF2-40B4-BE49-F238E27FC236}">
                <a16:creationId xmlns:a16="http://schemas.microsoft.com/office/drawing/2014/main" id="{9EEF6D1F-AE7F-452B-8023-2D851A4FF9C5}"/>
              </a:ext>
            </a:extLst>
          </p:cNvPr>
          <p:cNvSpPr txBox="1"/>
          <p:nvPr/>
        </p:nvSpPr>
        <p:spPr>
          <a:xfrm>
            <a:off x="3622978" y="2862295"/>
            <a:ext cx="1236537"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000" i="1" dirty="0">
                <a:solidFill>
                  <a:srgbClr val="666666"/>
                </a:solidFill>
                <a:latin typeface="Montserrat"/>
                <a:ea typeface="Montserrat"/>
                <a:cs typeface="Montserrat"/>
                <a:sym typeface="Montserrat"/>
              </a:rPr>
              <a:t>2020</a:t>
            </a: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94" name="Google Shape;166;p17">
            <a:extLst>
              <a:ext uri="{FF2B5EF4-FFF2-40B4-BE49-F238E27FC236}">
                <a16:creationId xmlns:a16="http://schemas.microsoft.com/office/drawing/2014/main" id="{A65A49EC-E46D-48F1-BB9D-931076F21B6E}"/>
              </a:ext>
            </a:extLst>
          </p:cNvPr>
          <p:cNvSpPr txBox="1"/>
          <p:nvPr/>
        </p:nvSpPr>
        <p:spPr>
          <a:xfrm>
            <a:off x="3589858" y="3393765"/>
            <a:ext cx="2604208" cy="838661"/>
          </a:xfrm>
          <a:prstGeom prst="rect">
            <a:avLst/>
          </a:prstGeom>
          <a:noFill/>
          <a:ln>
            <a:noFill/>
          </a:ln>
        </p:spPr>
        <p:txBody>
          <a:bodyPr spcFirstLastPara="1" wrap="square" lIns="91425" tIns="91425" rIns="91425" bIns="91425" anchor="t" anchorCtr="0">
            <a:spAutoFit/>
          </a:bodyPr>
          <a:lstStyle/>
          <a:p>
            <a:pPr marL="179999" lvl="0" indent="-134449" algn="l" rtl="0">
              <a:spcBef>
                <a:spcPts val="0"/>
              </a:spcBef>
              <a:spcAft>
                <a:spcPts val="0"/>
              </a:spcAft>
              <a:buClr>
                <a:srgbClr val="0074BD"/>
              </a:buClr>
              <a:buSzPts val="700"/>
              <a:buFont typeface="Montserrat"/>
              <a:buChar char="●"/>
            </a:pPr>
            <a:r>
              <a:rPr lang="ru" sz="1000" dirty="0">
                <a:solidFill>
                  <a:schemeClr val="dk1"/>
                </a:solidFill>
                <a:latin typeface="Montserrat"/>
                <a:ea typeface="Montserrat"/>
                <a:cs typeface="Montserrat"/>
                <a:sym typeface="Montserrat"/>
              </a:rPr>
              <a:t>Список</a:t>
            </a:r>
            <a:endParaRPr sz="1000" dirty="0">
              <a:solidFill>
                <a:schemeClr val="dk1"/>
              </a:solidFill>
              <a:latin typeface="Montserrat"/>
              <a:ea typeface="Montserrat"/>
              <a:cs typeface="Montserrat"/>
              <a:sym typeface="Montserrat"/>
            </a:endParaRPr>
          </a:p>
          <a:p>
            <a:pPr marL="179999" lvl="0" indent="-134449" algn="l" rtl="0">
              <a:spcBef>
                <a:spcPts val="500"/>
              </a:spcBef>
              <a:spcAft>
                <a:spcPts val="0"/>
              </a:spcAft>
              <a:buClr>
                <a:srgbClr val="0074BD"/>
              </a:buClr>
              <a:buSzPts val="700"/>
              <a:buFont typeface="Montserrat"/>
              <a:buChar char="●"/>
            </a:pPr>
            <a:r>
              <a:rPr lang="ru-RU" sz="1000" dirty="0">
                <a:solidFill>
                  <a:schemeClr val="dk1"/>
                </a:solidFill>
                <a:latin typeface="Montserrat"/>
                <a:ea typeface="Montserrat"/>
                <a:cs typeface="Montserrat"/>
                <a:sym typeface="Montserrat"/>
              </a:rPr>
              <a:t>Список</a:t>
            </a:r>
            <a:endParaRPr sz="1000" dirty="0">
              <a:solidFill>
                <a:schemeClr val="dk1"/>
              </a:solidFill>
              <a:latin typeface="Montserrat"/>
              <a:ea typeface="Montserrat"/>
              <a:cs typeface="Montserrat"/>
              <a:sym typeface="Montserrat"/>
            </a:endParaRPr>
          </a:p>
          <a:p>
            <a:pPr marL="179999" lvl="0" indent="-134449" algn="l" rtl="0">
              <a:spcBef>
                <a:spcPts val="500"/>
              </a:spcBef>
              <a:spcAft>
                <a:spcPts val="500"/>
              </a:spcAft>
              <a:buClr>
                <a:srgbClr val="0074BD"/>
              </a:buClr>
              <a:buSzPts val="700"/>
              <a:buFont typeface="Montserrat"/>
              <a:buChar char="●"/>
            </a:pPr>
            <a:r>
              <a:rPr lang="ru" sz="1000" dirty="0">
                <a:solidFill>
                  <a:schemeClr val="dk1"/>
                </a:solidFill>
                <a:latin typeface="Montserrat"/>
                <a:ea typeface="Montserrat"/>
                <a:cs typeface="Montserrat"/>
                <a:sym typeface="Montserrat"/>
              </a:rPr>
              <a:t>Список</a:t>
            </a:r>
            <a:endParaRPr sz="1000" dirty="0">
              <a:solidFill>
                <a:schemeClr val="dk1"/>
              </a:solidFill>
              <a:latin typeface="Montserrat"/>
              <a:ea typeface="Montserrat"/>
              <a:cs typeface="Montserrat"/>
              <a:sym typeface="Montserrat"/>
            </a:endParaRPr>
          </a:p>
        </p:txBody>
      </p:sp>
      <p:sp>
        <p:nvSpPr>
          <p:cNvPr id="95" name="Google Shape;188;p17">
            <a:extLst>
              <a:ext uri="{FF2B5EF4-FFF2-40B4-BE49-F238E27FC236}">
                <a16:creationId xmlns:a16="http://schemas.microsoft.com/office/drawing/2014/main" id="{E5598A14-1564-48A8-9CC5-0142ED5E0F49}"/>
              </a:ext>
            </a:extLst>
          </p:cNvPr>
          <p:cNvSpPr txBox="1"/>
          <p:nvPr/>
        </p:nvSpPr>
        <p:spPr>
          <a:xfrm>
            <a:off x="4603689" y="2862295"/>
            <a:ext cx="1128020"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000" i="1" dirty="0">
                <a:solidFill>
                  <a:srgbClr val="666666"/>
                </a:solidFill>
                <a:latin typeface="Montserrat"/>
                <a:ea typeface="Montserrat"/>
                <a:cs typeface="Montserrat"/>
                <a:sym typeface="Montserrat"/>
              </a:rPr>
              <a:t>2030</a:t>
            </a:r>
          </a:p>
          <a:p>
            <a:pPr marL="0" lvl="0" indent="0" algn="l" rtl="0">
              <a:spcBef>
                <a:spcPts val="0"/>
              </a:spcBef>
              <a:spcAft>
                <a:spcPts val="0"/>
              </a:spcAft>
              <a:buNone/>
            </a:pPr>
            <a:r>
              <a:rPr lang="ru" sz="1000" b="1" dirty="0">
                <a:solidFill>
                  <a:srgbClr val="699BCD"/>
                </a:solidFill>
                <a:latin typeface="Montserrat"/>
                <a:ea typeface="Montserrat"/>
                <a:cs typeface="Montserrat"/>
                <a:sym typeface="Montserrat"/>
              </a:rPr>
              <a:t>показатель</a:t>
            </a:r>
            <a:endParaRPr lang="ru-RU" sz="1000" b="1" dirty="0">
              <a:solidFill>
                <a:srgbClr val="699BCD"/>
              </a:solidFill>
              <a:latin typeface="Montserrat"/>
              <a:ea typeface="Montserrat"/>
              <a:cs typeface="Montserrat"/>
              <a:sym typeface="Montserrat"/>
            </a:endParaRPr>
          </a:p>
        </p:txBody>
      </p:sp>
      <p:sp>
        <p:nvSpPr>
          <p:cNvPr id="96" name="Google Shape;189;p17">
            <a:extLst>
              <a:ext uri="{FF2B5EF4-FFF2-40B4-BE49-F238E27FC236}">
                <a16:creationId xmlns:a16="http://schemas.microsoft.com/office/drawing/2014/main" id="{DBCB4C86-74B2-4404-AB28-075B6BC508AA}"/>
              </a:ext>
            </a:extLst>
          </p:cNvPr>
          <p:cNvSpPr/>
          <p:nvPr/>
        </p:nvSpPr>
        <p:spPr>
          <a:xfrm>
            <a:off x="2088392" y="1394430"/>
            <a:ext cx="1446364" cy="548465"/>
          </a:xfrm>
          <a:prstGeom prst="chevron">
            <a:avLst>
              <a:gd name="adj" fmla="val 50000"/>
            </a:avLst>
          </a:prstGeom>
          <a:solidFill>
            <a:srgbClr val="DDEB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ru" sz="1000" dirty="0">
                <a:solidFill>
                  <a:schemeClr val="dk1"/>
                </a:solidFill>
                <a:latin typeface="Montserrat"/>
                <a:ea typeface="Montserrat"/>
                <a:cs typeface="Montserrat"/>
                <a:sym typeface="Montserrat"/>
              </a:rPr>
              <a:t>Этап 1</a:t>
            </a:r>
            <a:endParaRPr sz="1800" dirty="0"/>
          </a:p>
        </p:txBody>
      </p:sp>
      <p:sp>
        <p:nvSpPr>
          <p:cNvPr id="97" name="Google Shape;190;p17">
            <a:extLst>
              <a:ext uri="{FF2B5EF4-FFF2-40B4-BE49-F238E27FC236}">
                <a16:creationId xmlns:a16="http://schemas.microsoft.com/office/drawing/2014/main" id="{1025D6D4-ECDF-4C88-8170-4452C10A2D19}"/>
              </a:ext>
            </a:extLst>
          </p:cNvPr>
          <p:cNvSpPr/>
          <p:nvPr/>
        </p:nvSpPr>
        <p:spPr>
          <a:xfrm>
            <a:off x="3461271" y="1394430"/>
            <a:ext cx="1847998" cy="548465"/>
          </a:xfrm>
          <a:prstGeom prst="chevron">
            <a:avLst>
              <a:gd name="adj" fmla="val 50000"/>
            </a:avLst>
          </a:prstGeom>
          <a:solidFill>
            <a:srgbClr val="DDEBF7"/>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ru-RU" sz="1000" dirty="0">
                <a:solidFill>
                  <a:schemeClr val="dk1"/>
                </a:solidFill>
                <a:latin typeface="Montserrat"/>
                <a:ea typeface="Montserrat"/>
                <a:cs typeface="Montserrat"/>
                <a:sym typeface="Montserrat"/>
              </a:rPr>
              <a:t>Этап 2</a:t>
            </a:r>
            <a:endParaRPr lang="ru-RU" sz="1800" dirty="0"/>
          </a:p>
        </p:txBody>
      </p:sp>
      <p:sp>
        <p:nvSpPr>
          <p:cNvPr id="98" name="Google Shape;191;p17">
            <a:extLst>
              <a:ext uri="{FF2B5EF4-FFF2-40B4-BE49-F238E27FC236}">
                <a16:creationId xmlns:a16="http://schemas.microsoft.com/office/drawing/2014/main" id="{56E9A9FC-A831-48E5-B09C-C77026814369}"/>
              </a:ext>
            </a:extLst>
          </p:cNvPr>
          <p:cNvSpPr/>
          <p:nvPr/>
        </p:nvSpPr>
        <p:spPr>
          <a:xfrm>
            <a:off x="5220773" y="1394430"/>
            <a:ext cx="1947706" cy="548465"/>
          </a:xfrm>
          <a:prstGeom prst="chevron">
            <a:avLst>
              <a:gd name="adj" fmla="val 50000"/>
            </a:avLst>
          </a:prstGeom>
          <a:solidFill>
            <a:srgbClr val="D8E6F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ru-RU" sz="1000" dirty="0">
                <a:solidFill>
                  <a:schemeClr val="dk1"/>
                </a:solidFill>
                <a:latin typeface="Montserrat"/>
                <a:ea typeface="Montserrat"/>
                <a:cs typeface="Montserrat"/>
                <a:sym typeface="Montserrat"/>
              </a:rPr>
              <a:t>Этап 3</a:t>
            </a:r>
            <a:endParaRPr lang="ru-RU" sz="1800" dirty="0"/>
          </a:p>
        </p:txBody>
      </p:sp>
      <p:sp>
        <p:nvSpPr>
          <p:cNvPr id="99" name="Google Shape;192;p17">
            <a:extLst>
              <a:ext uri="{FF2B5EF4-FFF2-40B4-BE49-F238E27FC236}">
                <a16:creationId xmlns:a16="http://schemas.microsoft.com/office/drawing/2014/main" id="{58D61E29-2B7B-4999-8039-41B7A1245DF9}"/>
              </a:ext>
            </a:extLst>
          </p:cNvPr>
          <p:cNvSpPr/>
          <p:nvPr/>
        </p:nvSpPr>
        <p:spPr>
          <a:xfrm>
            <a:off x="7097871" y="1387514"/>
            <a:ext cx="1651386" cy="548465"/>
          </a:xfrm>
          <a:prstGeom prst="chevron">
            <a:avLst>
              <a:gd name="adj" fmla="val 50000"/>
            </a:avLst>
          </a:prstGeom>
          <a:solidFill>
            <a:srgbClr val="DBE7E9"/>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ru-RU" sz="1000" dirty="0">
                <a:solidFill>
                  <a:schemeClr val="dk1"/>
                </a:solidFill>
                <a:latin typeface="Montserrat"/>
                <a:ea typeface="Montserrat"/>
                <a:cs typeface="Montserrat"/>
                <a:sym typeface="Montserrat"/>
              </a:rPr>
              <a:t>Этап 4</a:t>
            </a:r>
            <a:endParaRPr lang="ru-RU" sz="1800" dirty="0"/>
          </a:p>
        </p:txBody>
      </p:sp>
      <p:cxnSp>
        <p:nvCxnSpPr>
          <p:cNvPr id="100" name="Google Shape;194;p17">
            <a:extLst>
              <a:ext uri="{FF2B5EF4-FFF2-40B4-BE49-F238E27FC236}">
                <a16:creationId xmlns:a16="http://schemas.microsoft.com/office/drawing/2014/main" id="{79DC1EC4-A71F-47A7-9DCF-24D1DC304F0A}"/>
              </a:ext>
            </a:extLst>
          </p:cNvPr>
          <p:cNvCxnSpPr>
            <a:cxnSpLocks/>
          </p:cNvCxnSpPr>
          <p:nvPr/>
        </p:nvCxnSpPr>
        <p:spPr>
          <a:xfrm>
            <a:off x="-12326" y="2885650"/>
            <a:ext cx="12465443" cy="0"/>
          </a:xfrm>
          <a:prstGeom prst="straightConnector1">
            <a:avLst/>
          </a:prstGeom>
          <a:noFill/>
          <a:ln w="9525" cap="flat" cmpd="sng">
            <a:solidFill>
              <a:schemeClr val="bg1">
                <a:lumMod val="75000"/>
              </a:schemeClr>
            </a:solidFill>
            <a:prstDash val="solid"/>
            <a:round/>
            <a:headEnd type="none" w="med" len="med"/>
            <a:tailEnd type="none" w="med" len="med"/>
          </a:ln>
        </p:spPr>
      </p:cxnSp>
      <p:cxnSp>
        <p:nvCxnSpPr>
          <p:cNvPr id="101" name="Google Shape;195;p17">
            <a:extLst>
              <a:ext uri="{FF2B5EF4-FFF2-40B4-BE49-F238E27FC236}">
                <a16:creationId xmlns:a16="http://schemas.microsoft.com/office/drawing/2014/main" id="{173B4F19-6C25-4D0C-BFDB-9B28BE515AE5}"/>
              </a:ext>
            </a:extLst>
          </p:cNvPr>
          <p:cNvCxnSpPr/>
          <p:nvPr/>
        </p:nvCxnSpPr>
        <p:spPr>
          <a:xfrm rot="10800000" flipH="1">
            <a:off x="-12326" y="3365102"/>
            <a:ext cx="12269266" cy="7208"/>
          </a:xfrm>
          <a:prstGeom prst="straightConnector1">
            <a:avLst/>
          </a:prstGeom>
          <a:noFill/>
          <a:ln w="9525" cap="flat" cmpd="sng">
            <a:solidFill>
              <a:schemeClr val="bg1">
                <a:lumMod val="75000"/>
              </a:schemeClr>
            </a:solidFill>
            <a:prstDash val="solid"/>
            <a:round/>
            <a:headEnd type="none" w="med" len="med"/>
            <a:tailEnd type="none" w="med" len="med"/>
          </a:ln>
        </p:spPr>
      </p:cxnSp>
      <p:sp>
        <p:nvSpPr>
          <p:cNvPr id="103" name="Google Shape;295;p20">
            <a:extLst>
              <a:ext uri="{FF2B5EF4-FFF2-40B4-BE49-F238E27FC236}">
                <a16:creationId xmlns:a16="http://schemas.microsoft.com/office/drawing/2014/main" id="{25C2C0A6-7ACD-4E00-97A4-196B969EAFEB}"/>
              </a:ext>
            </a:extLst>
          </p:cNvPr>
          <p:cNvSpPr/>
          <p:nvPr/>
        </p:nvSpPr>
        <p:spPr>
          <a:xfrm>
            <a:off x="594499" y="2701667"/>
            <a:ext cx="386304" cy="386304"/>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06" name="Google Shape;295;p20">
            <a:extLst>
              <a:ext uri="{FF2B5EF4-FFF2-40B4-BE49-F238E27FC236}">
                <a16:creationId xmlns:a16="http://schemas.microsoft.com/office/drawing/2014/main" id="{22A75C4A-EAFC-47CC-95AA-AFF55919E645}"/>
              </a:ext>
            </a:extLst>
          </p:cNvPr>
          <p:cNvSpPr/>
          <p:nvPr/>
        </p:nvSpPr>
        <p:spPr>
          <a:xfrm>
            <a:off x="6009258" y="2707724"/>
            <a:ext cx="386304" cy="386304"/>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09" name="Google Shape;295;p20">
            <a:extLst>
              <a:ext uri="{FF2B5EF4-FFF2-40B4-BE49-F238E27FC236}">
                <a16:creationId xmlns:a16="http://schemas.microsoft.com/office/drawing/2014/main" id="{400C7C58-9CD4-4EB3-8985-3B01FC481FBB}"/>
              </a:ext>
            </a:extLst>
          </p:cNvPr>
          <p:cNvSpPr/>
          <p:nvPr/>
        </p:nvSpPr>
        <p:spPr>
          <a:xfrm>
            <a:off x="3260714" y="2707724"/>
            <a:ext cx="386304" cy="386304"/>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12" name="Google Shape;295;p20">
            <a:extLst>
              <a:ext uri="{FF2B5EF4-FFF2-40B4-BE49-F238E27FC236}">
                <a16:creationId xmlns:a16="http://schemas.microsoft.com/office/drawing/2014/main" id="{122D5D04-B416-48F3-AFE0-9E5268214D19}"/>
              </a:ext>
            </a:extLst>
          </p:cNvPr>
          <p:cNvSpPr/>
          <p:nvPr/>
        </p:nvSpPr>
        <p:spPr>
          <a:xfrm>
            <a:off x="8836957" y="2710773"/>
            <a:ext cx="386304" cy="386304"/>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14" name="Google Shape;184;p17">
            <a:extLst>
              <a:ext uri="{FF2B5EF4-FFF2-40B4-BE49-F238E27FC236}">
                <a16:creationId xmlns:a16="http://schemas.microsoft.com/office/drawing/2014/main" id="{0F8FDDA1-4ACA-48C9-8419-BF35331404AC}"/>
              </a:ext>
            </a:extLst>
          </p:cNvPr>
          <p:cNvSpPr/>
          <p:nvPr/>
        </p:nvSpPr>
        <p:spPr>
          <a:xfrm>
            <a:off x="10629054" y="1396006"/>
            <a:ext cx="1581582" cy="548465"/>
          </a:xfrm>
          <a:custGeom>
            <a:avLst/>
            <a:gdLst>
              <a:gd name="connsiteX0" fmla="*/ 0 w 1545918"/>
              <a:gd name="connsiteY0" fmla="*/ 0 h 410904"/>
              <a:gd name="connsiteX1" fmla="*/ 1340466 w 1545918"/>
              <a:gd name="connsiteY1" fmla="*/ 0 h 410904"/>
              <a:gd name="connsiteX2" fmla="*/ 1545918 w 1545918"/>
              <a:gd name="connsiteY2" fmla="*/ 205452 h 410904"/>
              <a:gd name="connsiteX3" fmla="*/ 1340466 w 1545918"/>
              <a:gd name="connsiteY3" fmla="*/ 410904 h 410904"/>
              <a:gd name="connsiteX4" fmla="*/ 0 w 1545918"/>
              <a:gd name="connsiteY4" fmla="*/ 410904 h 410904"/>
              <a:gd name="connsiteX5" fmla="*/ 205452 w 1545918"/>
              <a:gd name="connsiteY5" fmla="*/ 205452 h 410904"/>
              <a:gd name="connsiteX6" fmla="*/ 0 w 1545918"/>
              <a:gd name="connsiteY6" fmla="*/ 0 h 410904"/>
              <a:gd name="connsiteX0" fmla="*/ 0 w 1340466"/>
              <a:gd name="connsiteY0" fmla="*/ 0 h 410904"/>
              <a:gd name="connsiteX1" fmla="*/ 1340466 w 1340466"/>
              <a:gd name="connsiteY1" fmla="*/ 0 h 410904"/>
              <a:gd name="connsiteX2" fmla="*/ 1146524 w 1340466"/>
              <a:gd name="connsiteY2" fmla="*/ 205452 h 410904"/>
              <a:gd name="connsiteX3" fmla="*/ 1340466 w 1340466"/>
              <a:gd name="connsiteY3" fmla="*/ 410904 h 410904"/>
              <a:gd name="connsiteX4" fmla="*/ 0 w 1340466"/>
              <a:gd name="connsiteY4" fmla="*/ 410904 h 410904"/>
              <a:gd name="connsiteX5" fmla="*/ 205452 w 1340466"/>
              <a:gd name="connsiteY5" fmla="*/ 205452 h 410904"/>
              <a:gd name="connsiteX6" fmla="*/ 0 w 1340466"/>
              <a:gd name="connsiteY6" fmla="*/ 0 h 410904"/>
              <a:gd name="connsiteX0" fmla="*/ 0 w 1340466"/>
              <a:gd name="connsiteY0" fmla="*/ 0 h 410904"/>
              <a:gd name="connsiteX1" fmla="*/ 1340466 w 1340466"/>
              <a:gd name="connsiteY1" fmla="*/ 0 h 410904"/>
              <a:gd name="connsiteX2" fmla="*/ 1178274 w 1340466"/>
              <a:gd name="connsiteY2" fmla="*/ 208627 h 410904"/>
              <a:gd name="connsiteX3" fmla="*/ 1340466 w 1340466"/>
              <a:gd name="connsiteY3" fmla="*/ 410904 h 410904"/>
              <a:gd name="connsiteX4" fmla="*/ 0 w 1340466"/>
              <a:gd name="connsiteY4" fmla="*/ 410904 h 410904"/>
              <a:gd name="connsiteX5" fmla="*/ 205452 w 1340466"/>
              <a:gd name="connsiteY5" fmla="*/ 205452 h 410904"/>
              <a:gd name="connsiteX6" fmla="*/ 0 w 1340466"/>
              <a:gd name="connsiteY6" fmla="*/ 0 h 410904"/>
              <a:gd name="connsiteX0" fmla="*/ 0 w 1340466"/>
              <a:gd name="connsiteY0" fmla="*/ 0 h 410904"/>
              <a:gd name="connsiteX1" fmla="*/ 1181716 w 1340466"/>
              <a:gd name="connsiteY1" fmla="*/ 3175 h 410904"/>
              <a:gd name="connsiteX2" fmla="*/ 1178274 w 1340466"/>
              <a:gd name="connsiteY2" fmla="*/ 208627 h 410904"/>
              <a:gd name="connsiteX3" fmla="*/ 1340466 w 1340466"/>
              <a:gd name="connsiteY3" fmla="*/ 410904 h 410904"/>
              <a:gd name="connsiteX4" fmla="*/ 0 w 1340466"/>
              <a:gd name="connsiteY4" fmla="*/ 410904 h 410904"/>
              <a:gd name="connsiteX5" fmla="*/ 205452 w 1340466"/>
              <a:gd name="connsiteY5" fmla="*/ 205452 h 410904"/>
              <a:gd name="connsiteX6" fmla="*/ 0 w 1340466"/>
              <a:gd name="connsiteY6" fmla="*/ 0 h 410904"/>
              <a:gd name="connsiteX0" fmla="*/ 0 w 1184891"/>
              <a:gd name="connsiteY0" fmla="*/ 0 h 410904"/>
              <a:gd name="connsiteX1" fmla="*/ 1181716 w 1184891"/>
              <a:gd name="connsiteY1" fmla="*/ 3175 h 410904"/>
              <a:gd name="connsiteX2" fmla="*/ 1178274 w 1184891"/>
              <a:gd name="connsiteY2" fmla="*/ 208627 h 410904"/>
              <a:gd name="connsiteX3" fmla="*/ 1184891 w 1184891"/>
              <a:gd name="connsiteY3" fmla="*/ 410904 h 410904"/>
              <a:gd name="connsiteX4" fmla="*/ 0 w 1184891"/>
              <a:gd name="connsiteY4" fmla="*/ 410904 h 410904"/>
              <a:gd name="connsiteX5" fmla="*/ 205452 w 1184891"/>
              <a:gd name="connsiteY5" fmla="*/ 205452 h 410904"/>
              <a:gd name="connsiteX6" fmla="*/ 0 w 1184891"/>
              <a:gd name="connsiteY6" fmla="*/ 0 h 410904"/>
              <a:gd name="connsiteX0" fmla="*/ 0 w 1264010"/>
              <a:gd name="connsiteY0" fmla="*/ 0 h 410904"/>
              <a:gd name="connsiteX1" fmla="*/ 1181716 w 1264010"/>
              <a:gd name="connsiteY1" fmla="*/ 3175 h 410904"/>
              <a:gd name="connsiteX2" fmla="*/ 1263999 w 1264010"/>
              <a:gd name="connsiteY2" fmla="*/ 208627 h 410904"/>
              <a:gd name="connsiteX3" fmla="*/ 1184891 w 1264010"/>
              <a:gd name="connsiteY3" fmla="*/ 410904 h 410904"/>
              <a:gd name="connsiteX4" fmla="*/ 0 w 1264010"/>
              <a:gd name="connsiteY4" fmla="*/ 410904 h 410904"/>
              <a:gd name="connsiteX5" fmla="*/ 205452 w 1264010"/>
              <a:gd name="connsiteY5" fmla="*/ 205452 h 410904"/>
              <a:gd name="connsiteX6" fmla="*/ 0 w 1264010"/>
              <a:gd name="connsiteY6" fmla="*/ 0 h 410904"/>
              <a:gd name="connsiteX0" fmla="*/ 0 w 1184891"/>
              <a:gd name="connsiteY0" fmla="*/ 0 h 410904"/>
              <a:gd name="connsiteX1" fmla="*/ 1181716 w 1184891"/>
              <a:gd name="connsiteY1" fmla="*/ 3175 h 410904"/>
              <a:gd name="connsiteX2" fmla="*/ 1184624 w 1184891"/>
              <a:gd name="connsiteY2" fmla="*/ 208627 h 410904"/>
              <a:gd name="connsiteX3" fmla="*/ 1184891 w 1184891"/>
              <a:gd name="connsiteY3" fmla="*/ 410904 h 410904"/>
              <a:gd name="connsiteX4" fmla="*/ 0 w 1184891"/>
              <a:gd name="connsiteY4" fmla="*/ 410904 h 410904"/>
              <a:gd name="connsiteX5" fmla="*/ 205452 w 1184891"/>
              <a:gd name="connsiteY5" fmla="*/ 205452 h 410904"/>
              <a:gd name="connsiteX6" fmla="*/ 0 w 1184891"/>
              <a:gd name="connsiteY6" fmla="*/ 0 h 410904"/>
              <a:gd name="connsiteX0" fmla="*/ 0 w 1184891"/>
              <a:gd name="connsiteY0" fmla="*/ 0 h 410904"/>
              <a:gd name="connsiteX1" fmla="*/ 1181716 w 1184891"/>
              <a:gd name="connsiteY1" fmla="*/ 3175 h 410904"/>
              <a:gd name="connsiteX2" fmla="*/ 1184624 w 1184891"/>
              <a:gd name="connsiteY2" fmla="*/ 208627 h 410904"/>
              <a:gd name="connsiteX3" fmla="*/ 1184891 w 1184891"/>
              <a:gd name="connsiteY3" fmla="*/ 410904 h 410904"/>
              <a:gd name="connsiteX4" fmla="*/ 0 w 1184891"/>
              <a:gd name="connsiteY4" fmla="*/ 410904 h 410904"/>
              <a:gd name="connsiteX5" fmla="*/ 205452 w 1184891"/>
              <a:gd name="connsiteY5" fmla="*/ 205452 h 410904"/>
              <a:gd name="connsiteX6" fmla="*/ 0 w 1184891"/>
              <a:gd name="connsiteY6" fmla="*/ 0 h 410904"/>
              <a:gd name="connsiteX0" fmla="*/ 0 w 1210291"/>
              <a:gd name="connsiteY0" fmla="*/ 0 h 410904"/>
              <a:gd name="connsiteX1" fmla="*/ 1210291 w 1210291"/>
              <a:gd name="connsiteY1" fmla="*/ 3175 h 410904"/>
              <a:gd name="connsiteX2" fmla="*/ 1184624 w 1210291"/>
              <a:gd name="connsiteY2" fmla="*/ 208627 h 410904"/>
              <a:gd name="connsiteX3" fmla="*/ 1184891 w 1210291"/>
              <a:gd name="connsiteY3" fmla="*/ 410904 h 410904"/>
              <a:gd name="connsiteX4" fmla="*/ 0 w 1210291"/>
              <a:gd name="connsiteY4" fmla="*/ 410904 h 410904"/>
              <a:gd name="connsiteX5" fmla="*/ 205452 w 1210291"/>
              <a:gd name="connsiteY5" fmla="*/ 205452 h 410904"/>
              <a:gd name="connsiteX6" fmla="*/ 0 w 1210291"/>
              <a:gd name="connsiteY6" fmla="*/ 0 h 410904"/>
              <a:gd name="connsiteX0" fmla="*/ 0 w 1184891"/>
              <a:gd name="connsiteY0" fmla="*/ 0 h 410904"/>
              <a:gd name="connsiteX1" fmla="*/ 1181716 w 1184891"/>
              <a:gd name="connsiteY1" fmla="*/ 3175 h 410904"/>
              <a:gd name="connsiteX2" fmla="*/ 1184624 w 1184891"/>
              <a:gd name="connsiteY2" fmla="*/ 208627 h 410904"/>
              <a:gd name="connsiteX3" fmla="*/ 1184891 w 1184891"/>
              <a:gd name="connsiteY3" fmla="*/ 410904 h 410904"/>
              <a:gd name="connsiteX4" fmla="*/ 0 w 1184891"/>
              <a:gd name="connsiteY4" fmla="*/ 410904 h 410904"/>
              <a:gd name="connsiteX5" fmla="*/ 205452 w 1184891"/>
              <a:gd name="connsiteY5" fmla="*/ 205452 h 410904"/>
              <a:gd name="connsiteX6" fmla="*/ 0 w 1184891"/>
              <a:gd name="connsiteY6" fmla="*/ 0 h 410904"/>
              <a:gd name="connsiteX0" fmla="*/ 0 w 1184904"/>
              <a:gd name="connsiteY0" fmla="*/ 0 h 410904"/>
              <a:gd name="connsiteX1" fmla="*/ 1184098 w 1184904"/>
              <a:gd name="connsiteY1" fmla="*/ 793 h 410904"/>
              <a:gd name="connsiteX2" fmla="*/ 1184624 w 1184904"/>
              <a:gd name="connsiteY2" fmla="*/ 208627 h 410904"/>
              <a:gd name="connsiteX3" fmla="*/ 1184891 w 1184904"/>
              <a:gd name="connsiteY3" fmla="*/ 410904 h 410904"/>
              <a:gd name="connsiteX4" fmla="*/ 0 w 1184904"/>
              <a:gd name="connsiteY4" fmla="*/ 410904 h 410904"/>
              <a:gd name="connsiteX5" fmla="*/ 205452 w 1184904"/>
              <a:gd name="connsiteY5" fmla="*/ 205452 h 410904"/>
              <a:gd name="connsiteX6" fmla="*/ 0 w 1184904"/>
              <a:gd name="connsiteY6" fmla="*/ 0 h 410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4904" h="410904">
                <a:moveTo>
                  <a:pt x="0" y="0"/>
                </a:moveTo>
                <a:lnTo>
                  <a:pt x="1184098" y="793"/>
                </a:lnTo>
                <a:cubicBezTo>
                  <a:pt x="1182951" y="69277"/>
                  <a:pt x="1185771" y="140143"/>
                  <a:pt x="1184624" y="208627"/>
                </a:cubicBezTo>
                <a:lnTo>
                  <a:pt x="1184891" y="410904"/>
                </a:lnTo>
                <a:lnTo>
                  <a:pt x="0" y="410904"/>
                </a:lnTo>
                <a:lnTo>
                  <a:pt x="205452" y="205452"/>
                </a:lnTo>
                <a:lnTo>
                  <a:pt x="0" y="0"/>
                </a:lnTo>
                <a:close/>
              </a:path>
            </a:pathLst>
          </a:custGeom>
          <a:solidFill>
            <a:srgbClr val="7CACAC"/>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179388" lvl="0" indent="3175" algn="ctr" defTabSz="982663">
              <a:buSzPts val="1400"/>
              <a:tabLst>
                <a:tab pos="92075" algn="l"/>
              </a:tabLst>
            </a:pPr>
            <a:r>
              <a:rPr lang="ru-RU" sz="1000" b="1" dirty="0">
                <a:solidFill>
                  <a:schemeClr val="lt1"/>
                </a:solidFill>
                <a:latin typeface="Montserrat"/>
                <a:ea typeface="Montserrat"/>
                <a:cs typeface="Montserrat"/>
                <a:sym typeface="Montserrat"/>
              </a:rPr>
              <a:t>ФМНАЛЬНЫЙ </a:t>
            </a:r>
            <a:br>
              <a:rPr lang="ru-RU" sz="1000" b="1" dirty="0">
                <a:solidFill>
                  <a:schemeClr val="lt1"/>
                </a:solidFill>
                <a:latin typeface="Montserrat"/>
                <a:ea typeface="Montserrat"/>
                <a:cs typeface="Montserrat"/>
                <a:sym typeface="Montserrat"/>
              </a:rPr>
            </a:br>
            <a:r>
              <a:rPr lang="ru-RU" sz="1000" b="1" dirty="0">
                <a:solidFill>
                  <a:schemeClr val="lt1"/>
                </a:solidFill>
                <a:latin typeface="Montserrat"/>
                <a:ea typeface="Montserrat"/>
                <a:cs typeface="Montserrat"/>
                <a:sym typeface="Montserrat"/>
              </a:rPr>
              <a:t>ЭТАП</a:t>
            </a:r>
          </a:p>
        </p:txBody>
      </p:sp>
      <p:cxnSp>
        <p:nvCxnSpPr>
          <p:cNvPr id="135" name="Прямая соединительная линия 134">
            <a:extLst>
              <a:ext uri="{FF2B5EF4-FFF2-40B4-BE49-F238E27FC236}">
                <a16:creationId xmlns:a16="http://schemas.microsoft.com/office/drawing/2014/main" id="{A2E78EE9-1653-4911-951E-2F8CF033D106}"/>
              </a:ext>
            </a:extLst>
          </p:cNvPr>
          <p:cNvCxnSpPr/>
          <p:nvPr/>
        </p:nvCxnSpPr>
        <p:spPr>
          <a:xfrm>
            <a:off x="3452926" y="3097077"/>
            <a:ext cx="0" cy="3439459"/>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cxnSp>
        <p:nvCxnSpPr>
          <p:cNvPr id="136" name="Прямая соединительная линия 135">
            <a:extLst>
              <a:ext uri="{FF2B5EF4-FFF2-40B4-BE49-F238E27FC236}">
                <a16:creationId xmlns:a16="http://schemas.microsoft.com/office/drawing/2014/main" id="{A2AD3C80-74AF-49B4-9490-28397AD240F2}"/>
              </a:ext>
            </a:extLst>
          </p:cNvPr>
          <p:cNvCxnSpPr/>
          <p:nvPr/>
        </p:nvCxnSpPr>
        <p:spPr>
          <a:xfrm>
            <a:off x="774563" y="3097077"/>
            <a:ext cx="0" cy="3439459"/>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cxnSp>
        <p:nvCxnSpPr>
          <p:cNvPr id="137" name="Прямая соединительная линия 136">
            <a:extLst>
              <a:ext uri="{FF2B5EF4-FFF2-40B4-BE49-F238E27FC236}">
                <a16:creationId xmlns:a16="http://schemas.microsoft.com/office/drawing/2014/main" id="{E7808E6F-AC37-4568-BB2D-0D423B95FBB2}"/>
              </a:ext>
            </a:extLst>
          </p:cNvPr>
          <p:cNvCxnSpPr/>
          <p:nvPr/>
        </p:nvCxnSpPr>
        <p:spPr>
          <a:xfrm>
            <a:off x="6194066" y="3097077"/>
            <a:ext cx="0" cy="3439459"/>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cxnSp>
        <p:nvCxnSpPr>
          <p:cNvPr id="138" name="Прямая соединительная линия 137">
            <a:extLst>
              <a:ext uri="{FF2B5EF4-FFF2-40B4-BE49-F238E27FC236}">
                <a16:creationId xmlns:a16="http://schemas.microsoft.com/office/drawing/2014/main" id="{4C147CEE-1B87-45A6-82DF-9E0663ABA600}"/>
              </a:ext>
            </a:extLst>
          </p:cNvPr>
          <p:cNvCxnSpPr/>
          <p:nvPr/>
        </p:nvCxnSpPr>
        <p:spPr>
          <a:xfrm>
            <a:off x="9042696" y="3097077"/>
            <a:ext cx="0" cy="3439459"/>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sp>
        <p:nvSpPr>
          <p:cNvPr id="139" name="Google Shape;106;p15">
            <a:extLst>
              <a:ext uri="{FF2B5EF4-FFF2-40B4-BE49-F238E27FC236}">
                <a16:creationId xmlns:a16="http://schemas.microsoft.com/office/drawing/2014/main" id="{5F401E4B-855A-45C1-B7CF-05B487A0A55B}"/>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7</a:t>
            </a:fld>
            <a:endParaRPr lang="ru" sz="1000" dirty="0">
              <a:latin typeface="+mj-lt"/>
              <a:ea typeface="Montserrat"/>
              <a:cs typeface="Montserrat"/>
              <a:sym typeface="Montserrat"/>
            </a:endParaRPr>
          </a:p>
        </p:txBody>
      </p:sp>
      <p:sp>
        <p:nvSpPr>
          <p:cNvPr id="140" name="Google Shape;67;p15">
            <a:extLst>
              <a:ext uri="{FF2B5EF4-FFF2-40B4-BE49-F238E27FC236}">
                <a16:creationId xmlns:a16="http://schemas.microsoft.com/office/drawing/2014/main" id="{7A7394E5-3967-4105-809A-8CDE52D6FC24}"/>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 </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Tree>
    <p:extLst>
      <p:ext uri="{BB962C8B-B14F-4D97-AF65-F5344CB8AC3E}">
        <p14:creationId xmlns:p14="http://schemas.microsoft.com/office/powerpoint/2010/main" val="1784211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Группа 1">
            <a:extLst>
              <a:ext uri="{FF2B5EF4-FFF2-40B4-BE49-F238E27FC236}">
                <a16:creationId xmlns:a16="http://schemas.microsoft.com/office/drawing/2014/main" id="{658D744C-2939-4815-88B9-1B0808874F37}"/>
              </a:ext>
            </a:extLst>
          </p:cNvPr>
          <p:cNvGrpSpPr/>
          <p:nvPr/>
        </p:nvGrpSpPr>
        <p:grpSpPr>
          <a:xfrm>
            <a:off x="275576" y="1271776"/>
            <a:ext cx="11652300" cy="5230694"/>
            <a:chOff x="336500" y="922020"/>
            <a:chExt cx="8572326" cy="3848100"/>
          </a:xfrm>
        </p:grpSpPr>
        <p:cxnSp>
          <p:nvCxnSpPr>
            <p:cNvPr id="70" name="Google Shape;125;p16">
              <a:extLst>
                <a:ext uri="{FF2B5EF4-FFF2-40B4-BE49-F238E27FC236}">
                  <a16:creationId xmlns:a16="http://schemas.microsoft.com/office/drawing/2014/main" id="{22E59030-096E-49FB-9AAC-803D7EE2A6C6}"/>
                </a:ext>
              </a:extLst>
            </p:cNvPr>
            <p:cNvCxnSpPr/>
            <p:nvPr/>
          </p:nvCxnSpPr>
          <p:spPr>
            <a:xfrm>
              <a:off x="4428174" y="922020"/>
              <a:ext cx="0" cy="3848100"/>
            </a:xfrm>
            <a:prstGeom prst="straightConnector1">
              <a:avLst/>
            </a:prstGeom>
            <a:noFill/>
            <a:ln w="9525" cap="flat" cmpd="sng">
              <a:solidFill>
                <a:schemeClr val="dk2"/>
              </a:solidFill>
              <a:prstDash val="dot"/>
              <a:round/>
              <a:headEnd type="none" w="sm" len="sm"/>
              <a:tailEnd type="none" w="sm" len="sm"/>
            </a:ln>
          </p:spPr>
        </p:cxnSp>
        <p:cxnSp>
          <p:nvCxnSpPr>
            <p:cNvPr id="72" name="Google Shape;125;p16">
              <a:extLst>
                <a:ext uri="{FF2B5EF4-FFF2-40B4-BE49-F238E27FC236}">
                  <a16:creationId xmlns:a16="http://schemas.microsoft.com/office/drawing/2014/main" id="{469277B3-3964-4189-8F8F-A08BD17A34CD}"/>
                </a:ext>
              </a:extLst>
            </p:cNvPr>
            <p:cNvCxnSpPr/>
            <p:nvPr/>
          </p:nvCxnSpPr>
          <p:spPr>
            <a:xfrm flipH="1">
              <a:off x="384551" y="2968277"/>
              <a:ext cx="8302249" cy="0"/>
            </a:xfrm>
            <a:prstGeom prst="straightConnector1">
              <a:avLst/>
            </a:prstGeom>
            <a:noFill/>
            <a:ln w="9525" cap="flat" cmpd="sng">
              <a:solidFill>
                <a:schemeClr val="dk2"/>
              </a:solidFill>
              <a:prstDash val="dot"/>
              <a:round/>
              <a:headEnd type="none" w="sm" len="sm"/>
              <a:tailEnd type="none" w="sm" len="sm"/>
            </a:ln>
          </p:spPr>
        </p:cxnSp>
        <p:sp>
          <p:nvSpPr>
            <p:cNvPr id="76" name="Google Shape;116;p16">
              <a:extLst>
                <a:ext uri="{FF2B5EF4-FFF2-40B4-BE49-F238E27FC236}">
                  <a16:creationId xmlns:a16="http://schemas.microsoft.com/office/drawing/2014/main" id="{7AA952F0-A064-4726-955A-D3337EE6D9C4}"/>
                </a:ext>
              </a:extLst>
            </p:cNvPr>
            <p:cNvSpPr/>
            <p:nvPr/>
          </p:nvSpPr>
          <p:spPr>
            <a:xfrm>
              <a:off x="3763628" y="2344655"/>
              <a:ext cx="1329092" cy="1247244"/>
            </a:xfrm>
            <a:prstGeom prst="ellipse">
              <a:avLst/>
            </a:prstGeom>
            <a:solidFill>
              <a:srgbClr val="BBD6EE">
                <a:alpha val="4941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rgbClr val="FFFFFF"/>
                </a:solidFill>
                <a:latin typeface="Calibri"/>
                <a:ea typeface="Calibri"/>
                <a:cs typeface="Calibri"/>
                <a:sym typeface="Calibri"/>
              </a:endParaRPr>
            </a:p>
          </p:txBody>
        </p:sp>
        <p:pic>
          <p:nvPicPr>
            <p:cNvPr id="78" name="Рисунок 77">
              <a:extLst>
                <a:ext uri="{FF2B5EF4-FFF2-40B4-BE49-F238E27FC236}">
                  <a16:creationId xmlns:a16="http://schemas.microsoft.com/office/drawing/2014/main" id="{71D3C717-F96F-4837-A24E-C1ECEF5A6A67}"/>
                </a:ext>
              </a:extLst>
            </p:cNvPr>
            <p:cNvPicPr>
              <a:picLocks noChangeAspect="1"/>
            </p:cNvPicPr>
            <p:nvPr/>
          </p:nvPicPr>
          <p:blipFill rotWithShape="1">
            <a:blip r:embed="rId2">
              <a:extLst>
                <a:ext uri="{28A0092B-C50C-407E-A947-70E740481C1C}">
                  <a14:useLocalDpi xmlns:a14="http://schemas.microsoft.com/office/drawing/2010/main" val="0"/>
                </a:ext>
              </a:extLst>
            </a:blip>
            <a:srcRect t="1" r="66639" b="1303"/>
            <a:stretch/>
          </p:blipFill>
          <p:spPr>
            <a:xfrm>
              <a:off x="4258905" y="2698257"/>
              <a:ext cx="338538" cy="621810"/>
            </a:xfrm>
            <a:prstGeom prst="rect">
              <a:avLst/>
            </a:prstGeom>
          </p:spPr>
        </p:pic>
        <p:sp>
          <p:nvSpPr>
            <p:cNvPr id="79" name="Google Shape;157;p17">
              <a:extLst>
                <a:ext uri="{FF2B5EF4-FFF2-40B4-BE49-F238E27FC236}">
                  <a16:creationId xmlns:a16="http://schemas.microsoft.com/office/drawing/2014/main" id="{63DC6ECA-2E52-4AFF-B568-8A56BFBADD2A}"/>
                </a:ext>
              </a:extLst>
            </p:cNvPr>
            <p:cNvSpPr/>
            <p:nvPr/>
          </p:nvSpPr>
          <p:spPr>
            <a:xfrm>
              <a:off x="355779" y="1017084"/>
              <a:ext cx="1721700" cy="314400"/>
            </a:xfrm>
            <a:prstGeom prst="rect">
              <a:avLst/>
            </a:prstGeom>
            <a:noFill/>
            <a:ln>
              <a:noFill/>
            </a:ln>
          </p:spPr>
          <p:txBody>
            <a:bodyPr spcFirstLastPara="1" wrap="square" lIns="68575" tIns="34275" rIns="68575" bIns="34275" anchor="t" anchorCtr="0">
              <a:noAutofit/>
            </a:bodyPr>
            <a:lstStyle/>
            <a:p>
              <a:pPr>
                <a:buSzPts val="1400"/>
              </a:pPr>
              <a:r>
                <a:rPr lang="ru-RU" sz="1100" b="1" dirty="0">
                  <a:solidFill>
                    <a:srgbClr val="0074BD"/>
                  </a:solidFill>
                  <a:latin typeface="Montserrat"/>
                  <a:ea typeface="Montserrat"/>
                  <a:cs typeface="Montserrat"/>
                  <a:sym typeface="Montserrat"/>
                </a:rPr>
                <a:t>ПОДЗАГОЛОВОК</a:t>
              </a:r>
            </a:p>
          </p:txBody>
        </p:sp>
        <p:sp>
          <p:nvSpPr>
            <p:cNvPr id="80" name="Google Shape;161;p17">
              <a:extLst>
                <a:ext uri="{FF2B5EF4-FFF2-40B4-BE49-F238E27FC236}">
                  <a16:creationId xmlns:a16="http://schemas.microsoft.com/office/drawing/2014/main" id="{4E8223D5-8BF1-46C0-BB8F-592DFA84CF37}"/>
                </a:ext>
              </a:extLst>
            </p:cNvPr>
            <p:cNvSpPr txBox="1"/>
            <p:nvPr/>
          </p:nvSpPr>
          <p:spPr>
            <a:xfrm>
              <a:off x="336500" y="1563100"/>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81" name="Google Shape;161;p17">
              <a:extLst>
                <a:ext uri="{FF2B5EF4-FFF2-40B4-BE49-F238E27FC236}">
                  <a16:creationId xmlns:a16="http://schemas.microsoft.com/office/drawing/2014/main" id="{280E4E84-6605-469A-BF43-BA49A3D73C4E}"/>
                </a:ext>
              </a:extLst>
            </p:cNvPr>
            <p:cNvSpPr txBox="1"/>
            <p:nvPr/>
          </p:nvSpPr>
          <p:spPr>
            <a:xfrm>
              <a:off x="2331384" y="1563100"/>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82" name="Google Shape;157;p17">
              <a:extLst>
                <a:ext uri="{FF2B5EF4-FFF2-40B4-BE49-F238E27FC236}">
                  <a16:creationId xmlns:a16="http://schemas.microsoft.com/office/drawing/2014/main" id="{FD490C73-D669-4B04-BE77-8588D8B3AB90}"/>
                </a:ext>
              </a:extLst>
            </p:cNvPr>
            <p:cNvSpPr/>
            <p:nvPr/>
          </p:nvSpPr>
          <p:spPr>
            <a:xfrm>
              <a:off x="355779" y="3030844"/>
              <a:ext cx="1721700" cy="314400"/>
            </a:xfrm>
            <a:prstGeom prst="rect">
              <a:avLst/>
            </a:prstGeom>
            <a:noFill/>
            <a:ln>
              <a:noFill/>
            </a:ln>
          </p:spPr>
          <p:txBody>
            <a:bodyPr spcFirstLastPara="1" wrap="square" lIns="68575" tIns="34275" rIns="68575" bIns="34275" anchor="t" anchorCtr="0">
              <a:noAutofit/>
            </a:bodyPr>
            <a:lstStyle/>
            <a:p>
              <a:pPr>
                <a:buSzPts val="1400"/>
              </a:pPr>
              <a:r>
                <a:rPr lang="ru-RU" sz="1100" b="1" dirty="0">
                  <a:solidFill>
                    <a:srgbClr val="0074BD"/>
                  </a:solidFill>
                  <a:latin typeface="Montserrat"/>
                  <a:ea typeface="Montserrat"/>
                  <a:cs typeface="Montserrat"/>
                  <a:sym typeface="Montserrat"/>
                </a:rPr>
                <a:t>ПОДЗАГОЛОВОК</a:t>
              </a:r>
            </a:p>
          </p:txBody>
        </p:sp>
        <p:sp>
          <p:nvSpPr>
            <p:cNvPr id="83" name="Google Shape;161;p17">
              <a:extLst>
                <a:ext uri="{FF2B5EF4-FFF2-40B4-BE49-F238E27FC236}">
                  <a16:creationId xmlns:a16="http://schemas.microsoft.com/office/drawing/2014/main" id="{7019F051-B3C3-4D69-8EC9-A49EA2B87641}"/>
                </a:ext>
              </a:extLst>
            </p:cNvPr>
            <p:cNvSpPr txBox="1"/>
            <p:nvPr/>
          </p:nvSpPr>
          <p:spPr>
            <a:xfrm>
              <a:off x="336500" y="3623248"/>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84" name="Google Shape;161;p17">
              <a:extLst>
                <a:ext uri="{FF2B5EF4-FFF2-40B4-BE49-F238E27FC236}">
                  <a16:creationId xmlns:a16="http://schemas.microsoft.com/office/drawing/2014/main" id="{A6D967B9-042B-4458-8746-C0F63DAE259D}"/>
                </a:ext>
              </a:extLst>
            </p:cNvPr>
            <p:cNvSpPr txBox="1"/>
            <p:nvPr/>
          </p:nvSpPr>
          <p:spPr>
            <a:xfrm>
              <a:off x="2331384" y="3623248"/>
              <a:ext cx="1922563"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85" name="Google Shape;157;p17">
              <a:extLst>
                <a:ext uri="{FF2B5EF4-FFF2-40B4-BE49-F238E27FC236}">
                  <a16:creationId xmlns:a16="http://schemas.microsoft.com/office/drawing/2014/main" id="{D14FA406-9FD0-405E-A014-F99779819052}"/>
                </a:ext>
              </a:extLst>
            </p:cNvPr>
            <p:cNvSpPr/>
            <p:nvPr/>
          </p:nvSpPr>
          <p:spPr>
            <a:xfrm>
              <a:off x="6208022" y="1017084"/>
              <a:ext cx="2576601" cy="314400"/>
            </a:xfrm>
            <a:prstGeom prst="rect">
              <a:avLst/>
            </a:prstGeom>
            <a:noFill/>
            <a:ln>
              <a:noFill/>
            </a:ln>
          </p:spPr>
          <p:txBody>
            <a:bodyPr spcFirstLastPara="1" wrap="square" lIns="68575" tIns="34275" rIns="68575" bIns="34275" anchor="t" anchorCtr="0">
              <a:noAutofit/>
            </a:bodyPr>
            <a:lstStyle/>
            <a:p>
              <a:pPr algn="r">
                <a:buSzPts val="1400"/>
              </a:pPr>
              <a:r>
                <a:rPr lang="ru-RU" sz="1100" b="1" dirty="0">
                  <a:solidFill>
                    <a:srgbClr val="0074BD"/>
                  </a:solidFill>
                  <a:latin typeface="Montserrat"/>
                  <a:ea typeface="Montserrat"/>
                  <a:cs typeface="Montserrat"/>
                  <a:sym typeface="Montserrat"/>
                </a:rPr>
                <a:t>ПОДЗАГОЛОВОК</a:t>
              </a:r>
            </a:p>
          </p:txBody>
        </p:sp>
        <p:sp>
          <p:nvSpPr>
            <p:cNvPr id="86" name="Google Shape;161;p17">
              <a:extLst>
                <a:ext uri="{FF2B5EF4-FFF2-40B4-BE49-F238E27FC236}">
                  <a16:creationId xmlns:a16="http://schemas.microsoft.com/office/drawing/2014/main" id="{4A0C329C-9B5D-4CFE-8C32-D4E4F2DB7C31}"/>
                </a:ext>
              </a:extLst>
            </p:cNvPr>
            <p:cNvSpPr txBox="1"/>
            <p:nvPr/>
          </p:nvSpPr>
          <p:spPr>
            <a:xfrm>
              <a:off x="4864312" y="1563100"/>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139" name="Google Shape;161;p17">
              <a:extLst>
                <a:ext uri="{FF2B5EF4-FFF2-40B4-BE49-F238E27FC236}">
                  <a16:creationId xmlns:a16="http://schemas.microsoft.com/office/drawing/2014/main" id="{E737F7F3-E512-439B-9D2D-F2F20CFB9B9B}"/>
                </a:ext>
              </a:extLst>
            </p:cNvPr>
            <p:cNvSpPr txBox="1"/>
            <p:nvPr/>
          </p:nvSpPr>
          <p:spPr>
            <a:xfrm>
              <a:off x="6886569" y="1563100"/>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140" name="Google Shape;157;p17">
              <a:extLst>
                <a:ext uri="{FF2B5EF4-FFF2-40B4-BE49-F238E27FC236}">
                  <a16:creationId xmlns:a16="http://schemas.microsoft.com/office/drawing/2014/main" id="{3349B325-28D8-4993-833E-0CF6A077A78A}"/>
                </a:ext>
              </a:extLst>
            </p:cNvPr>
            <p:cNvSpPr/>
            <p:nvPr/>
          </p:nvSpPr>
          <p:spPr>
            <a:xfrm>
              <a:off x="7062923" y="3030844"/>
              <a:ext cx="1721700" cy="314400"/>
            </a:xfrm>
            <a:prstGeom prst="rect">
              <a:avLst/>
            </a:prstGeom>
            <a:noFill/>
            <a:ln>
              <a:noFill/>
            </a:ln>
          </p:spPr>
          <p:txBody>
            <a:bodyPr spcFirstLastPara="1" wrap="square" lIns="68575" tIns="34275" rIns="68575" bIns="34275" anchor="t" anchorCtr="0">
              <a:noAutofit/>
            </a:bodyPr>
            <a:lstStyle/>
            <a:p>
              <a:pPr algn="r">
                <a:buSzPts val="1400"/>
              </a:pPr>
              <a:r>
                <a:rPr lang="ru-RU" sz="1100" b="1" dirty="0">
                  <a:solidFill>
                    <a:srgbClr val="0074BD"/>
                  </a:solidFill>
                  <a:latin typeface="Montserrat"/>
                  <a:ea typeface="Montserrat"/>
                  <a:cs typeface="Montserrat"/>
                  <a:sym typeface="Montserrat"/>
                </a:rPr>
                <a:t>ПОДЗАГОЛОВОК</a:t>
              </a:r>
            </a:p>
          </p:txBody>
        </p:sp>
        <p:sp>
          <p:nvSpPr>
            <p:cNvPr id="141" name="Google Shape;161;p17">
              <a:extLst>
                <a:ext uri="{FF2B5EF4-FFF2-40B4-BE49-F238E27FC236}">
                  <a16:creationId xmlns:a16="http://schemas.microsoft.com/office/drawing/2014/main" id="{E5F8FCC3-0222-47B3-9F4D-5FF59067E4F1}"/>
                </a:ext>
              </a:extLst>
            </p:cNvPr>
            <p:cNvSpPr txBox="1"/>
            <p:nvPr/>
          </p:nvSpPr>
          <p:spPr>
            <a:xfrm>
              <a:off x="4864312" y="3623248"/>
              <a:ext cx="2022257" cy="645286"/>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a:p>
              <a:pPr marL="44999" lvl="0" indent="-102149">
                <a:buClr>
                  <a:srgbClr val="0074BD"/>
                </a:buClr>
                <a:buSzPts val="900"/>
                <a:buFont typeface="Montserrat"/>
                <a:buChar char="●"/>
              </a:pPr>
              <a:endParaRPr lang="ru-RU" sz="900" dirty="0">
                <a:latin typeface="Montserrat"/>
                <a:ea typeface="Montserrat"/>
                <a:cs typeface="Montserrat"/>
                <a:sym typeface="Montserrat"/>
              </a:endParaRPr>
            </a:p>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sp>
          <p:nvSpPr>
            <p:cNvPr id="142" name="Google Shape;161;p17">
              <a:extLst>
                <a:ext uri="{FF2B5EF4-FFF2-40B4-BE49-F238E27FC236}">
                  <a16:creationId xmlns:a16="http://schemas.microsoft.com/office/drawing/2014/main" id="{DC1E73A0-5374-4AA0-8EAE-BBF0F5B27F69}"/>
                </a:ext>
              </a:extLst>
            </p:cNvPr>
            <p:cNvSpPr txBox="1"/>
            <p:nvPr/>
          </p:nvSpPr>
          <p:spPr>
            <a:xfrm>
              <a:off x="6886157" y="3623248"/>
              <a:ext cx="1922563" cy="237723"/>
            </a:xfrm>
            <a:prstGeom prst="rect">
              <a:avLst/>
            </a:prstGeom>
            <a:noFill/>
            <a:ln>
              <a:noFill/>
            </a:ln>
          </p:spPr>
          <p:txBody>
            <a:bodyPr spcFirstLastPara="1" wrap="square" lIns="91425" tIns="91425" rIns="91425" bIns="91425" anchor="t" anchorCtr="0">
              <a:spAutoFit/>
            </a:bodyPr>
            <a:lstStyle/>
            <a:p>
              <a:pPr marL="44999" lvl="0" indent="-102149">
                <a:buClr>
                  <a:srgbClr val="0074BD"/>
                </a:buClr>
                <a:buSzPts val="900"/>
                <a:buFont typeface="Montserrat"/>
                <a:buChar char="●"/>
              </a:pPr>
              <a:r>
                <a:rPr lang="ru-RU" sz="900" dirty="0">
                  <a:latin typeface="Montserrat"/>
                  <a:ea typeface="Montserrat"/>
                  <a:cs typeface="Montserrat"/>
                  <a:sym typeface="Montserrat"/>
                </a:rPr>
                <a:t>Список</a:t>
              </a:r>
            </a:p>
          </p:txBody>
        </p:sp>
      </p:grpSp>
      <p:sp>
        <p:nvSpPr>
          <p:cNvPr id="143" name="Google Shape;67;p15">
            <a:extLst>
              <a:ext uri="{FF2B5EF4-FFF2-40B4-BE49-F238E27FC236}">
                <a16:creationId xmlns:a16="http://schemas.microsoft.com/office/drawing/2014/main" id="{CD4682C7-207F-4FBC-BE3E-AB21CE07E74C}"/>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a:t>
            </a:r>
            <a:r>
              <a:rPr lang="ru-RU" sz="1600" b="1" i="0" u="none" strike="noStrike" cap="none" dirty="0">
                <a:solidFill>
                  <a:schemeClr val="dk1"/>
                </a:solidFill>
                <a:latin typeface="+mj-lt"/>
                <a:ea typeface="Montserrat Light"/>
                <a:cs typeface="Montserrat Light"/>
                <a:sym typeface="Montserrat Light"/>
              </a:rPr>
              <a:t> </a:t>
            </a:r>
            <a:endParaRPr sz="1600" b="1"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144" name="Google Shape;106;p15">
            <a:extLst>
              <a:ext uri="{FF2B5EF4-FFF2-40B4-BE49-F238E27FC236}">
                <a16:creationId xmlns:a16="http://schemas.microsoft.com/office/drawing/2014/main" id="{80A26F6C-39D1-4A34-B8B3-5205B1DD3D31}"/>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8</a:t>
            </a:fld>
            <a:endParaRPr lang="ru" sz="1000" dirty="0">
              <a:latin typeface="+mj-lt"/>
              <a:ea typeface="Montserrat"/>
              <a:cs typeface="Montserrat"/>
              <a:sym typeface="Montserrat"/>
            </a:endParaRPr>
          </a:p>
        </p:txBody>
      </p:sp>
    </p:spTree>
    <p:extLst>
      <p:ext uri="{BB962C8B-B14F-4D97-AF65-F5344CB8AC3E}">
        <p14:creationId xmlns:p14="http://schemas.microsoft.com/office/powerpoint/2010/main" val="3612959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oogle Shape;238;p20">
            <a:extLst>
              <a:ext uri="{FF2B5EF4-FFF2-40B4-BE49-F238E27FC236}">
                <a16:creationId xmlns:a16="http://schemas.microsoft.com/office/drawing/2014/main" id="{55341608-A243-441E-8636-823A3E08C70A}"/>
              </a:ext>
            </a:extLst>
          </p:cNvPr>
          <p:cNvSpPr/>
          <p:nvPr/>
        </p:nvSpPr>
        <p:spPr>
          <a:xfrm>
            <a:off x="499443" y="1197544"/>
            <a:ext cx="1608941" cy="367791"/>
          </a:xfrm>
          <a:prstGeom prst="rect">
            <a:avLst/>
          </a:prstGeom>
          <a:noFill/>
          <a:ln>
            <a:noFill/>
          </a:ln>
        </p:spPr>
        <p:txBody>
          <a:bodyPr spcFirstLastPara="1" wrap="square" lIns="68575" tIns="34275" rIns="68575" bIns="34275" anchor="t" anchorCtr="0">
            <a:noAutofit/>
          </a:bodyPr>
          <a:lstStyle/>
          <a:p>
            <a:pPr marL="0" marR="0" lvl="0" indent="0" rtl="0">
              <a:lnSpc>
                <a:spcPct val="100000"/>
              </a:lnSpc>
              <a:spcBef>
                <a:spcPts val="0"/>
              </a:spcBef>
              <a:spcAft>
                <a:spcPts val="0"/>
              </a:spcAft>
              <a:buNone/>
            </a:pPr>
            <a:r>
              <a:rPr lang="ru-RU" sz="1000" b="1" dirty="0">
                <a:solidFill>
                  <a:srgbClr val="49B0E3"/>
                </a:solidFill>
                <a:latin typeface="+mj-lt"/>
                <a:ea typeface="Montserrat"/>
                <a:cs typeface="Montserrat"/>
                <a:sym typeface="Montserrat"/>
              </a:rPr>
              <a:t>ПОДЗАГОЛОВОК</a:t>
            </a:r>
            <a:endParaRPr sz="1000" b="1" dirty="0">
              <a:solidFill>
                <a:srgbClr val="49B0E3"/>
              </a:solidFill>
              <a:latin typeface="+mj-lt"/>
              <a:ea typeface="Montserrat"/>
              <a:cs typeface="Montserrat"/>
              <a:sym typeface="Montserrat"/>
            </a:endParaRPr>
          </a:p>
        </p:txBody>
      </p:sp>
      <p:sp>
        <p:nvSpPr>
          <p:cNvPr id="21" name="Google Shape;273;p20">
            <a:extLst>
              <a:ext uri="{FF2B5EF4-FFF2-40B4-BE49-F238E27FC236}">
                <a16:creationId xmlns:a16="http://schemas.microsoft.com/office/drawing/2014/main" id="{55C7F25F-5FE4-4AB6-A0F5-C2B138EC5140}"/>
              </a:ext>
            </a:extLst>
          </p:cNvPr>
          <p:cNvSpPr txBox="1"/>
          <p:nvPr/>
        </p:nvSpPr>
        <p:spPr>
          <a:xfrm>
            <a:off x="474599" y="1387313"/>
            <a:ext cx="1056032"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900" dirty="0">
                <a:solidFill>
                  <a:srgbClr val="49B0E3"/>
                </a:solidFill>
                <a:latin typeface="+mj-lt"/>
                <a:ea typeface="Montserrat"/>
                <a:cs typeface="Montserrat"/>
                <a:sym typeface="Montserrat"/>
              </a:rPr>
              <a:t>2020</a:t>
            </a:r>
            <a:endParaRPr sz="900" dirty="0">
              <a:solidFill>
                <a:srgbClr val="49B0E3"/>
              </a:solidFill>
              <a:latin typeface="+mj-lt"/>
              <a:ea typeface="Montserrat"/>
              <a:cs typeface="Montserrat"/>
              <a:sym typeface="Montserrat"/>
            </a:endParaRPr>
          </a:p>
          <a:p>
            <a:pPr marL="0" marR="0" lvl="0" indent="0" algn="l" rtl="0">
              <a:lnSpc>
                <a:spcPct val="100000"/>
              </a:lnSpc>
              <a:spcBef>
                <a:spcPts val="0"/>
              </a:spcBef>
              <a:spcAft>
                <a:spcPts val="0"/>
              </a:spcAft>
              <a:buNone/>
            </a:pPr>
            <a:r>
              <a:rPr lang="ru" sz="900" b="1" dirty="0">
                <a:solidFill>
                  <a:srgbClr val="49B0E3"/>
                </a:solidFill>
                <a:latin typeface="+mj-lt"/>
                <a:ea typeface="Montserrat"/>
                <a:cs typeface="Montserrat"/>
                <a:sym typeface="Montserrat"/>
              </a:rPr>
              <a:t>$ 0 трлн</a:t>
            </a:r>
            <a:endParaRPr b="1" dirty="0">
              <a:solidFill>
                <a:srgbClr val="49B0E3"/>
              </a:solidFill>
              <a:latin typeface="+mj-lt"/>
            </a:endParaRPr>
          </a:p>
        </p:txBody>
      </p:sp>
      <p:sp>
        <p:nvSpPr>
          <p:cNvPr id="22" name="Google Shape;274;p20">
            <a:extLst>
              <a:ext uri="{FF2B5EF4-FFF2-40B4-BE49-F238E27FC236}">
                <a16:creationId xmlns:a16="http://schemas.microsoft.com/office/drawing/2014/main" id="{DE5721AF-1A82-474E-93CA-BD622A25D254}"/>
              </a:ext>
            </a:extLst>
          </p:cNvPr>
          <p:cNvSpPr txBox="1"/>
          <p:nvPr/>
        </p:nvSpPr>
        <p:spPr>
          <a:xfrm>
            <a:off x="1382401" y="1387330"/>
            <a:ext cx="962189"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900" dirty="0">
                <a:solidFill>
                  <a:srgbClr val="49B0E3"/>
                </a:solidFill>
                <a:latin typeface="+mj-lt"/>
                <a:ea typeface="Montserrat"/>
                <a:cs typeface="Montserrat"/>
                <a:sym typeface="Montserrat"/>
              </a:rPr>
              <a:t>2030</a:t>
            </a:r>
            <a:endParaRPr sz="900" dirty="0">
              <a:solidFill>
                <a:srgbClr val="49B0E3"/>
              </a:solidFill>
              <a:latin typeface="+mj-lt"/>
              <a:ea typeface="Montserrat"/>
              <a:cs typeface="Montserrat"/>
              <a:sym typeface="Montserrat"/>
            </a:endParaRPr>
          </a:p>
          <a:p>
            <a:pPr marL="0" marR="0" lvl="0" indent="0" algn="l" rtl="0">
              <a:lnSpc>
                <a:spcPct val="100000"/>
              </a:lnSpc>
              <a:spcBef>
                <a:spcPts val="0"/>
              </a:spcBef>
              <a:spcAft>
                <a:spcPts val="0"/>
              </a:spcAft>
              <a:buNone/>
            </a:pPr>
            <a:r>
              <a:rPr lang="ru" sz="900" b="1" dirty="0">
                <a:solidFill>
                  <a:srgbClr val="49B0E3"/>
                </a:solidFill>
                <a:latin typeface="+mj-lt"/>
                <a:ea typeface="Montserrat"/>
                <a:cs typeface="Montserrat"/>
                <a:sym typeface="Montserrat"/>
              </a:rPr>
              <a:t>$ 0 трлн</a:t>
            </a:r>
            <a:endParaRPr sz="900" b="1" dirty="0">
              <a:solidFill>
                <a:srgbClr val="49B0E3"/>
              </a:solidFill>
              <a:latin typeface="+mj-lt"/>
              <a:ea typeface="Montserrat"/>
              <a:cs typeface="Montserrat"/>
              <a:sym typeface="Montserrat"/>
            </a:endParaRPr>
          </a:p>
        </p:txBody>
      </p:sp>
      <p:sp>
        <p:nvSpPr>
          <p:cNvPr id="23" name="Google Shape;300;p20">
            <a:extLst>
              <a:ext uri="{FF2B5EF4-FFF2-40B4-BE49-F238E27FC236}">
                <a16:creationId xmlns:a16="http://schemas.microsoft.com/office/drawing/2014/main" id="{AFD5A3BB-8BCF-438D-A541-B49C2C1B4616}"/>
              </a:ext>
            </a:extLst>
          </p:cNvPr>
          <p:cNvSpPr txBox="1"/>
          <p:nvPr/>
        </p:nvSpPr>
        <p:spPr>
          <a:xfrm>
            <a:off x="302543" y="1962932"/>
            <a:ext cx="3163949" cy="1313150"/>
          </a:xfrm>
          <a:prstGeom prst="rect">
            <a:avLst/>
          </a:prstGeom>
          <a:noFill/>
          <a:ln>
            <a:noFill/>
          </a:ln>
        </p:spPr>
        <p:txBody>
          <a:bodyPr spcFirstLastPara="1" wrap="square" lIns="91425" tIns="91425" rIns="91425" bIns="91425" anchor="t" anchorCtr="0">
            <a:spAutoFit/>
          </a:bodyPr>
          <a:lstStyle/>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endParaRPr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endParaRPr lang="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endParaRPr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endParaRPr lang="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endParaRPr sz="800" dirty="0">
              <a:solidFill>
                <a:schemeClr val="tx1"/>
              </a:solidFill>
              <a:latin typeface="+mj-lt"/>
              <a:ea typeface="Montserrat"/>
              <a:cs typeface="Montserrat"/>
              <a:sym typeface="Montserrat"/>
            </a:endParaRPr>
          </a:p>
        </p:txBody>
      </p:sp>
      <p:sp>
        <p:nvSpPr>
          <p:cNvPr id="31" name="Прямоугольник 30">
            <a:extLst>
              <a:ext uri="{FF2B5EF4-FFF2-40B4-BE49-F238E27FC236}">
                <a16:creationId xmlns:a16="http://schemas.microsoft.com/office/drawing/2014/main" id="{D4C7CA2E-65AF-4576-9D7E-578919D692C3}"/>
              </a:ext>
            </a:extLst>
          </p:cNvPr>
          <p:cNvSpPr/>
          <p:nvPr/>
        </p:nvSpPr>
        <p:spPr>
          <a:xfrm>
            <a:off x="433188" y="1143170"/>
            <a:ext cx="2869222" cy="2591302"/>
          </a:xfrm>
          <a:prstGeom prst="rect">
            <a:avLst/>
          </a:prstGeom>
          <a:noFill/>
          <a:ln w="6350">
            <a:solidFill>
              <a:srgbClr val="3C90D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solidFill>
                <a:srgbClr val="1F497D"/>
              </a:solidFill>
              <a:latin typeface="+mj-lt"/>
            </a:endParaRPr>
          </a:p>
        </p:txBody>
      </p:sp>
      <p:sp>
        <p:nvSpPr>
          <p:cNvPr id="32" name="Google Shape;271;p20">
            <a:extLst>
              <a:ext uri="{FF2B5EF4-FFF2-40B4-BE49-F238E27FC236}">
                <a16:creationId xmlns:a16="http://schemas.microsoft.com/office/drawing/2014/main" id="{D3E06DB2-4FC6-497E-A461-C80194D2D999}"/>
              </a:ext>
            </a:extLst>
          </p:cNvPr>
          <p:cNvSpPr/>
          <p:nvPr/>
        </p:nvSpPr>
        <p:spPr>
          <a:xfrm rot="21594989">
            <a:off x="499149" y="1789493"/>
            <a:ext cx="1565538" cy="553369"/>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ru" sz="800" dirty="0">
                <a:solidFill>
                  <a:srgbClr val="49B0E3"/>
                </a:solidFill>
                <a:latin typeface="+mj-lt"/>
                <a:ea typeface="Montserrat"/>
                <a:cs typeface="Montserrat"/>
                <a:sym typeface="Montserrat"/>
              </a:rPr>
              <a:t>объем мирового рынка</a:t>
            </a:r>
            <a:endParaRPr sz="800" dirty="0">
              <a:solidFill>
                <a:srgbClr val="49B0E3"/>
              </a:solidFill>
              <a:latin typeface="+mj-lt"/>
              <a:ea typeface="Montserrat"/>
              <a:cs typeface="Montserrat"/>
              <a:sym typeface="Montserrat"/>
            </a:endParaRPr>
          </a:p>
        </p:txBody>
      </p:sp>
      <p:sp>
        <p:nvSpPr>
          <p:cNvPr id="33" name="Google Shape;238;p20">
            <a:extLst>
              <a:ext uri="{FF2B5EF4-FFF2-40B4-BE49-F238E27FC236}">
                <a16:creationId xmlns:a16="http://schemas.microsoft.com/office/drawing/2014/main" id="{14581B0D-7EE1-4DBE-864D-62765A36EBA9}"/>
              </a:ext>
            </a:extLst>
          </p:cNvPr>
          <p:cNvSpPr/>
          <p:nvPr/>
        </p:nvSpPr>
        <p:spPr>
          <a:xfrm>
            <a:off x="499443" y="3930053"/>
            <a:ext cx="1608941" cy="367791"/>
          </a:xfrm>
          <a:prstGeom prst="rect">
            <a:avLst/>
          </a:prstGeom>
          <a:noFill/>
          <a:ln>
            <a:noFill/>
          </a:ln>
        </p:spPr>
        <p:txBody>
          <a:bodyPr spcFirstLastPara="1" wrap="square" lIns="68575" tIns="34275" rIns="68575" bIns="34275" anchor="t" anchorCtr="0">
            <a:noAutofit/>
          </a:bodyPr>
          <a:lstStyle/>
          <a:p>
            <a:pPr marL="0" marR="0" lvl="0" indent="0" rtl="0">
              <a:lnSpc>
                <a:spcPct val="100000"/>
              </a:lnSpc>
              <a:spcBef>
                <a:spcPts val="0"/>
              </a:spcBef>
              <a:spcAft>
                <a:spcPts val="0"/>
              </a:spcAft>
              <a:buNone/>
            </a:pPr>
            <a:r>
              <a:rPr lang="ru-RU" sz="1000" b="1" dirty="0">
                <a:solidFill>
                  <a:srgbClr val="49B0E3"/>
                </a:solidFill>
                <a:latin typeface="+mj-lt"/>
                <a:ea typeface="Montserrat"/>
                <a:cs typeface="Montserrat"/>
                <a:sym typeface="Montserrat"/>
              </a:rPr>
              <a:t>ПОДЗАГОЛОВОК</a:t>
            </a:r>
          </a:p>
        </p:txBody>
      </p:sp>
      <p:sp>
        <p:nvSpPr>
          <p:cNvPr id="34" name="Google Shape;273;p20">
            <a:extLst>
              <a:ext uri="{FF2B5EF4-FFF2-40B4-BE49-F238E27FC236}">
                <a16:creationId xmlns:a16="http://schemas.microsoft.com/office/drawing/2014/main" id="{C6E06733-36CC-4D45-9DE8-1A418459FB3B}"/>
              </a:ext>
            </a:extLst>
          </p:cNvPr>
          <p:cNvSpPr txBox="1"/>
          <p:nvPr/>
        </p:nvSpPr>
        <p:spPr>
          <a:xfrm>
            <a:off x="474599" y="4119822"/>
            <a:ext cx="1056032"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900" dirty="0">
                <a:solidFill>
                  <a:srgbClr val="49B0E3"/>
                </a:solidFill>
                <a:latin typeface="+mj-lt"/>
                <a:ea typeface="Montserrat"/>
                <a:cs typeface="Montserrat"/>
                <a:sym typeface="Montserrat"/>
              </a:rPr>
              <a:t>2020</a:t>
            </a:r>
            <a:endParaRPr sz="900" dirty="0">
              <a:solidFill>
                <a:srgbClr val="49B0E3"/>
              </a:solidFill>
              <a:latin typeface="+mj-lt"/>
              <a:ea typeface="Montserrat"/>
              <a:cs typeface="Montserrat"/>
              <a:sym typeface="Montserrat"/>
            </a:endParaRPr>
          </a:p>
          <a:p>
            <a:pPr marL="0" marR="0" lvl="0" indent="0" algn="l" rtl="0">
              <a:lnSpc>
                <a:spcPct val="100000"/>
              </a:lnSpc>
              <a:spcBef>
                <a:spcPts val="0"/>
              </a:spcBef>
              <a:spcAft>
                <a:spcPts val="0"/>
              </a:spcAft>
              <a:buNone/>
            </a:pPr>
            <a:r>
              <a:rPr lang="ru" sz="900" b="1" dirty="0">
                <a:solidFill>
                  <a:srgbClr val="49B0E3"/>
                </a:solidFill>
                <a:latin typeface="+mj-lt"/>
                <a:ea typeface="Montserrat"/>
                <a:cs typeface="Montserrat"/>
                <a:sym typeface="Montserrat"/>
              </a:rPr>
              <a:t>$ 0 трлн</a:t>
            </a:r>
            <a:endParaRPr b="1" dirty="0">
              <a:solidFill>
                <a:srgbClr val="49B0E3"/>
              </a:solidFill>
              <a:latin typeface="+mj-lt"/>
            </a:endParaRPr>
          </a:p>
        </p:txBody>
      </p:sp>
      <p:sp>
        <p:nvSpPr>
          <p:cNvPr id="35" name="Google Shape;274;p20">
            <a:extLst>
              <a:ext uri="{FF2B5EF4-FFF2-40B4-BE49-F238E27FC236}">
                <a16:creationId xmlns:a16="http://schemas.microsoft.com/office/drawing/2014/main" id="{476E62A0-1895-4F09-A5CD-4BBFA8E8C1AA}"/>
              </a:ext>
            </a:extLst>
          </p:cNvPr>
          <p:cNvSpPr txBox="1"/>
          <p:nvPr/>
        </p:nvSpPr>
        <p:spPr>
          <a:xfrm>
            <a:off x="1382401" y="4119839"/>
            <a:ext cx="962189"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ru" sz="900" dirty="0">
                <a:solidFill>
                  <a:srgbClr val="49B0E3"/>
                </a:solidFill>
                <a:latin typeface="+mj-lt"/>
                <a:ea typeface="Montserrat"/>
                <a:cs typeface="Montserrat"/>
                <a:sym typeface="Montserrat"/>
              </a:rPr>
              <a:t>2030</a:t>
            </a:r>
            <a:endParaRPr sz="900" dirty="0">
              <a:solidFill>
                <a:srgbClr val="49B0E3"/>
              </a:solidFill>
              <a:latin typeface="+mj-lt"/>
              <a:ea typeface="Montserrat"/>
              <a:cs typeface="Montserrat"/>
              <a:sym typeface="Montserrat"/>
            </a:endParaRPr>
          </a:p>
          <a:p>
            <a:pPr marL="0" marR="0" lvl="0" indent="0" algn="l" rtl="0">
              <a:lnSpc>
                <a:spcPct val="100000"/>
              </a:lnSpc>
              <a:spcBef>
                <a:spcPts val="0"/>
              </a:spcBef>
              <a:spcAft>
                <a:spcPts val="0"/>
              </a:spcAft>
              <a:buNone/>
            </a:pPr>
            <a:r>
              <a:rPr lang="ru" sz="900" b="1" dirty="0">
                <a:solidFill>
                  <a:srgbClr val="49B0E3"/>
                </a:solidFill>
                <a:latin typeface="+mj-lt"/>
                <a:ea typeface="Montserrat"/>
                <a:cs typeface="Montserrat"/>
                <a:sym typeface="Montserrat"/>
              </a:rPr>
              <a:t>$ 0 трлн</a:t>
            </a:r>
            <a:endParaRPr sz="900" b="1" dirty="0">
              <a:solidFill>
                <a:srgbClr val="49B0E3"/>
              </a:solidFill>
              <a:latin typeface="+mj-lt"/>
              <a:ea typeface="Montserrat"/>
              <a:cs typeface="Montserrat"/>
              <a:sym typeface="Montserrat"/>
            </a:endParaRPr>
          </a:p>
        </p:txBody>
      </p:sp>
      <p:sp>
        <p:nvSpPr>
          <p:cNvPr id="36" name="Google Shape;300;p20">
            <a:extLst>
              <a:ext uri="{FF2B5EF4-FFF2-40B4-BE49-F238E27FC236}">
                <a16:creationId xmlns:a16="http://schemas.microsoft.com/office/drawing/2014/main" id="{4D5DEE15-3ABF-4564-9BCA-D00326E13BF6}"/>
              </a:ext>
            </a:extLst>
          </p:cNvPr>
          <p:cNvSpPr txBox="1"/>
          <p:nvPr/>
        </p:nvSpPr>
        <p:spPr>
          <a:xfrm>
            <a:off x="321585" y="4695441"/>
            <a:ext cx="3163950" cy="1313150"/>
          </a:xfrm>
          <a:prstGeom prst="rect">
            <a:avLst/>
          </a:prstGeom>
          <a:noFill/>
          <a:ln>
            <a:noFill/>
          </a:ln>
        </p:spPr>
        <p:txBody>
          <a:bodyPr spcFirstLastPara="1" wrap="square" lIns="91425" tIns="91425" rIns="91425" bIns="91425" anchor="t" anchorCtr="0">
            <a:spAutoFit/>
          </a:bodyPr>
          <a:lstStyle/>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a:p>
            <a:pPr marL="268288" lvl="0" indent="-88900">
              <a:lnSpc>
                <a:spcPts val="800"/>
              </a:lnSpc>
              <a:buClr>
                <a:srgbClr val="3B9195"/>
              </a:buClr>
              <a:buSzPts val="800"/>
              <a:buFont typeface="Montserrat" panose="00000500000000000000" pitchFamily="2" charset="-52"/>
              <a:buChar char="•"/>
            </a:pPr>
            <a:endParaRPr lang="ru-RU" sz="800" dirty="0">
              <a:solidFill>
                <a:schemeClr val="tx1"/>
              </a:solidFill>
              <a:latin typeface="+mj-lt"/>
              <a:ea typeface="Montserrat"/>
              <a:cs typeface="Montserrat"/>
              <a:sym typeface="Montserrat"/>
            </a:endParaRPr>
          </a:p>
          <a:p>
            <a:pPr marL="268288" lvl="0" indent="-88900">
              <a:lnSpc>
                <a:spcPts val="800"/>
              </a:lnSpc>
              <a:buClr>
                <a:srgbClr val="3B9195"/>
              </a:buClr>
              <a:buSzPts val="800"/>
              <a:buFont typeface="Montserrat" panose="00000500000000000000" pitchFamily="2" charset="-52"/>
              <a:buChar char="•"/>
            </a:pPr>
            <a:r>
              <a:rPr lang="ru-RU" sz="800" dirty="0">
                <a:solidFill>
                  <a:schemeClr val="tx1"/>
                </a:solidFill>
                <a:latin typeface="+mj-lt"/>
                <a:ea typeface="Montserrat"/>
                <a:cs typeface="Montserrat"/>
                <a:sym typeface="Montserrat"/>
              </a:rPr>
              <a:t>Список</a:t>
            </a:r>
          </a:p>
        </p:txBody>
      </p:sp>
      <p:sp>
        <p:nvSpPr>
          <p:cNvPr id="37" name="Прямоугольник 36">
            <a:extLst>
              <a:ext uri="{FF2B5EF4-FFF2-40B4-BE49-F238E27FC236}">
                <a16:creationId xmlns:a16="http://schemas.microsoft.com/office/drawing/2014/main" id="{8A5BF223-DC44-48DD-A009-6812785E368F}"/>
              </a:ext>
            </a:extLst>
          </p:cNvPr>
          <p:cNvSpPr/>
          <p:nvPr/>
        </p:nvSpPr>
        <p:spPr>
          <a:xfrm>
            <a:off x="433188" y="3853799"/>
            <a:ext cx="2869222" cy="2638496"/>
          </a:xfrm>
          <a:prstGeom prst="rect">
            <a:avLst/>
          </a:prstGeom>
          <a:noFill/>
          <a:ln w="6350">
            <a:solidFill>
              <a:srgbClr val="3C90DC"/>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solidFill>
                <a:srgbClr val="1F497D"/>
              </a:solidFill>
              <a:latin typeface="+mj-lt"/>
            </a:endParaRPr>
          </a:p>
        </p:txBody>
      </p:sp>
      <p:sp>
        <p:nvSpPr>
          <p:cNvPr id="38" name="Google Shape;271;p20">
            <a:extLst>
              <a:ext uri="{FF2B5EF4-FFF2-40B4-BE49-F238E27FC236}">
                <a16:creationId xmlns:a16="http://schemas.microsoft.com/office/drawing/2014/main" id="{B2ED5E38-65B7-4836-B6AD-9CB0C503A9EC}"/>
              </a:ext>
            </a:extLst>
          </p:cNvPr>
          <p:cNvSpPr/>
          <p:nvPr/>
        </p:nvSpPr>
        <p:spPr>
          <a:xfrm rot="21594989">
            <a:off x="499149" y="4522002"/>
            <a:ext cx="1565538" cy="553369"/>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None/>
            </a:pPr>
            <a:r>
              <a:rPr lang="ru" sz="800" dirty="0">
                <a:solidFill>
                  <a:srgbClr val="49B0E3"/>
                </a:solidFill>
                <a:latin typeface="+mj-lt"/>
                <a:ea typeface="Montserrat"/>
                <a:cs typeface="Montserrat"/>
                <a:sym typeface="Montserrat"/>
              </a:rPr>
              <a:t>объем мирового рынка</a:t>
            </a:r>
            <a:endParaRPr sz="800" dirty="0">
              <a:solidFill>
                <a:srgbClr val="49B0E3"/>
              </a:solidFill>
              <a:latin typeface="+mj-lt"/>
              <a:ea typeface="Montserrat"/>
              <a:cs typeface="Montserrat"/>
              <a:sym typeface="Montserrat"/>
            </a:endParaRPr>
          </a:p>
        </p:txBody>
      </p:sp>
      <p:cxnSp>
        <p:nvCxnSpPr>
          <p:cNvPr id="39" name="Прямая соединительная линия 38">
            <a:extLst>
              <a:ext uri="{FF2B5EF4-FFF2-40B4-BE49-F238E27FC236}">
                <a16:creationId xmlns:a16="http://schemas.microsoft.com/office/drawing/2014/main" id="{B18EEB77-3173-4B03-B754-F91297886F40}"/>
              </a:ext>
            </a:extLst>
          </p:cNvPr>
          <p:cNvCxnSpPr>
            <a:cxnSpLocks/>
          </p:cNvCxnSpPr>
          <p:nvPr/>
        </p:nvCxnSpPr>
        <p:spPr>
          <a:xfrm>
            <a:off x="3860936" y="1402659"/>
            <a:ext cx="0" cy="1571295"/>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a:extLst>
              <a:ext uri="{FF2B5EF4-FFF2-40B4-BE49-F238E27FC236}">
                <a16:creationId xmlns:a16="http://schemas.microsoft.com/office/drawing/2014/main" id="{106D2AAD-B85D-45F3-9A32-43E25652F654}"/>
              </a:ext>
            </a:extLst>
          </p:cNvPr>
          <p:cNvCxnSpPr>
            <a:cxnSpLocks/>
          </p:cNvCxnSpPr>
          <p:nvPr/>
        </p:nvCxnSpPr>
        <p:spPr>
          <a:xfrm flipH="1">
            <a:off x="3451799" y="1402659"/>
            <a:ext cx="409137" cy="0"/>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11C428AB-AE56-4ADF-9F03-ECEEAA35BA53}"/>
              </a:ext>
            </a:extLst>
          </p:cNvPr>
          <p:cNvCxnSpPr>
            <a:cxnSpLocks/>
          </p:cNvCxnSpPr>
          <p:nvPr/>
        </p:nvCxnSpPr>
        <p:spPr>
          <a:xfrm flipH="1">
            <a:off x="3488524" y="4160052"/>
            <a:ext cx="974383" cy="0"/>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sp>
        <p:nvSpPr>
          <p:cNvPr id="43" name="Google Shape;295;p20">
            <a:extLst>
              <a:ext uri="{FF2B5EF4-FFF2-40B4-BE49-F238E27FC236}">
                <a16:creationId xmlns:a16="http://schemas.microsoft.com/office/drawing/2014/main" id="{EFA4437E-FC75-4D06-8F61-C04E674CE7BF}"/>
              </a:ext>
            </a:extLst>
          </p:cNvPr>
          <p:cNvSpPr/>
          <p:nvPr/>
        </p:nvSpPr>
        <p:spPr>
          <a:xfrm>
            <a:off x="3112775" y="1234636"/>
            <a:ext cx="347870" cy="347870"/>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1F497D"/>
              </a:solidFill>
              <a:latin typeface="+mj-lt"/>
            </a:endParaRPr>
          </a:p>
        </p:txBody>
      </p:sp>
      <p:sp>
        <p:nvSpPr>
          <p:cNvPr id="45" name="Google Shape;295;p20">
            <a:extLst>
              <a:ext uri="{FF2B5EF4-FFF2-40B4-BE49-F238E27FC236}">
                <a16:creationId xmlns:a16="http://schemas.microsoft.com/office/drawing/2014/main" id="{08673E7D-B4C3-47FD-908E-F7966207D694}"/>
              </a:ext>
            </a:extLst>
          </p:cNvPr>
          <p:cNvSpPr/>
          <p:nvPr/>
        </p:nvSpPr>
        <p:spPr>
          <a:xfrm>
            <a:off x="3123495" y="3971216"/>
            <a:ext cx="347870" cy="347870"/>
          </a:xfrm>
          <a:prstGeom prst="ellipse">
            <a:avLst/>
          </a:prstGeom>
          <a:solidFill>
            <a:schemeClr val="bg1"/>
          </a:solidFill>
          <a:ln w="9525" cap="flat" cmpd="sng">
            <a:solidFill>
              <a:srgbClr val="3C90D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1F497D"/>
              </a:solidFill>
              <a:latin typeface="+mj-lt"/>
            </a:endParaRPr>
          </a:p>
        </p:txBody>
      </p:sp>
      <p:cxnSp>
        <p:nvCxnSpPr>
          <p:cNvPr id="46" name="Прямая соединительная линия 45">
            <a:extLst>
              <a:ext uri="{FF2B5EF4-FFF2-40B4-BE49-F238E27FC236}">
                <a16:creationId xmlns:a16="http://schemas.microsoft.com/office/drawing/2014/main" id="{2AB2F440-2E54-42EF-A408-BAC9E70B270D}"/>
              </a:ext>
            </a:extLst>
          </p:cNvPr>
          <p:cNvCxnSpPr>
            <a:cxnSpLocks/>
          </p:cNvCxnSpPr>
          <p:nvPr/>
        </p:nvCxnSpPr>
        <p:spPr>
          <a:xfrm flipH="1">
            <a:off x="3861357" y="2973954"/>
            <a:ext cx="601550" cy="0"/>
          </a:xfrm>
          <a:prstGeom prst="line">
            <a:avLst/>
          </a:prstGeom>
          <a:ln>
            <a:solidFill>
              <a:srgbClr val="3C90DC"/>
            </a:solidFill>
            <a:prstDash val="sysDot"/>
          </a:ln>
        </p:spPr>
        <p:style>
          <a:lnRef idx="1">
            <a:schemeClr val="accent1"/>
          </a:lnRef>
          <a:fillRef idx="0">
            <a:schemeClr val="accent1"/>
          </a:fillRef>
          <a:effectRef idx="0">
            <a:schemeClr val="accent1"/>
          </a:effectRef>
          <a:fontRef idx="minor">
            <a:schemeClr val="tx1"/>
          </a:fontRef>
        </p:style>
      </p:cxnSp>
      <p:sp>
        <p:nvSpPr>
          <p:cNvPr id="50" name="Прямоугольник 49">
            <a:extLst>
              <a:ext uri="{FF2B5EF4-FFF2-40B4-BE49-F238E27FC236}">
                <a16:creationId xmlns:a16="http://schemas.microsoft.com/office/drawing/2014/main" id="{11147230-04F3-4189-9A9F-952F6DF56584}"/>
              </a:ext>
            </a:extLst>
          </p:cNvPr>
          <p:cNvSpPr/>
          <p:nvPr/>
        </p:nvSpPr>
        <p:spPr>
          <a:xfrm>
            <a:off x="435793" y="411450"/>
            <a:ext cx="2866617" cy="563079"/>
          </a:xfrm>
          <a:prstGeom prst="rect">
            <a:avLst/>
          </a:prstGeom>
          <a:noFill/>
          <a:ln w="6350">
            <a:solidFill>
              <a:srgbClr val="33669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latin typeface="+mj-lt"/>
            </a:endParaRPr>
          </a:p>
        </p:txBody>
      </p:sp>
      <p:sp>
        <p:nvSpPr>
          <p:cNvPr id="51" name="Google Shape;67;p15">
            <a:extLst>
              <a:ext uri="{FF2B5EF4-FFF2-40B4-BE49-F238E27FC236}">
                <a16:creationId xmlns:a16="http://schemas.microsoft.com/office/drawing/2014/main" id="{73A22900-BB6D-416D-8BFB-214EB5FCE9E9}"/>
              </a:ext>
            </a:extLst>
          </p:cNvPr>
          <p:cNvSpPr txBox="1"/>
          <p:nvPr/>
        </p:nvSpPr>
        <p:spPr>
          <a:xfrm>
            <a:off x="433188" y="415733"/>
            <a:ext cx="2869222"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2400" b="1" dirty="0">
                <a:solidFill>
                  <a:srgbClr val="336699"/>
                </a:solidFill>
                <a:latin typeface="+mj-lt"/>
                <a:ea typeface="Montserrat Medium"/>
                <a:cs typeface="Montserrat Medium"/>
                <a:sym typeface="Montserrat Light"/>
              </a:rPr>
              <a:t>СХЕМА 1</a:t>
            </a:r>
            <a:endParaRPr sz="2400" b="1" dirty="0">
              <a:solidFill>
                <a:srgbClr val="336699"/>
              </a:solidFill>
              <a:latin typeface="+mj-lt"/>
              <a:ea typeface="Montserrat Medium"/>
              <a:cs typeface="Montserrat Medium"/>
              <a:sym typeface="Montserrat Medium"/>
            </a:endParaRPr>
          </a:p>
        </p:txBody>
      </p:sp>
      <p:grpSp>
        <p:nvGrpSpPr>
          <p:cNvPr id="2" name="Группа 1">
            <a:extLst>
              <a:ext uri="{FF2B5EF4-FFF2-40B4-BE49-F238E27FC236}">
                <a16:creationId xmlns:a16="http://schemas.microsoft.com/office/drawing/2014/main" id="{E70BD3A4-773D-4A2C-A875-E047E086A3DC}"/>
              </a:ext>
            </a:extLst>
          </p:cNvPr>
          <p:cNvGrpSpPr/>
          <p:nvPr/>
        </p:nvGrpSpPr>
        <p:grpSpPr>
          <a:xfrm>
            <a:off x="5058319" y="342382"/>
            <a:ext cx="6394392" cy="4771021"/>
            <a:chOff x="6256320" y="880460"/>
            <a:chExt cx="4103070" cy="3061407"/>
          </a:xfrm>
        </p:grpSpPr>
        <p:sp>
          <p:nvSpPr>
            <p:cNvPr id="52" name="Google Shape;274;g12ed61292f3_23_55">
              <a:extLst>
                <a:ext uri="{FF2B5EF4-FFF2-40B4-BE49-F238E27FC236}">
                  <a16:creationId xmlns:a16="http://schemas.microsoft.com/office/drawing/2014/main" id="{CCD86E1C-6653-4DA2-B5FF-A5DECCDF0426}"/>
                </a:ext>
              </a:extLst>
            </p:cNvPr>
            <p:cNvSpPr txBox="1"/>
            <p:nvPr/>
          </p:nvSpPr>
          <p:spPr>
            <a:xfrm>
              <a:off x="6416141" y="880460"/>
              <a:ext cx="3783428" cy="29621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ru" sz="1800" b="1" i="0" u="none" strike="noStrike" cap="none" dirty="0">
                  <a:solidFill>
                    <a:srgbClr val="3C90DC"/>
                  </a:solidFill>
                  <a:latin typeface="+mj-lt"/>
                  <a:ea typeface="Montserrat"/>
                  <a:cs typeface="Montserrat"/>
                  <a:sym typeface="Montserrat"/>
                </a:rPr>
                <a:t>СХЕМА 2</a:t>
              </a:r>
              <a:endParaRPr sz="1800" b="1" i="0" u="none" strike="noStrike" cap="none" dirty="0">
                <a:solidFill>
                  <a:srgbClr val="3C90DC"/>
                </a:solidFill>
                <a:latin typeface="+mj-lt"/>
                <a:ea typeface="Montserrat"/>
                <a:cs typeface="Montserrat"/>
                <a:sym typeface="Montserrat"/>
              </a:endParaRPr>
            </a:p>
          </p:txBody>
        </p:sp>
        <p:sp>
          <p:nvSpPr>
            <p:cNvPr id="53" name="Google Shape;275;g12ed61292f3_23_55">
              <a:extLst>
                <a:ext uri="{FF2B5EF4-FFF2-40B4-BE49-F238E27FC236}">
                  <a16:creationId xmlns:a16="http://schemas.microsoft.com/office/drawing/2014/main" id="{A989309A-6FD9-44AA-B598-F3BC5331CDD9}"/>
                </a:ext>
              </a:extLst>
            </p:cNvPr>
            <p:cNvSpPr/>
            <p:nvPr/>
          </p:nvSpPr>
          <p:spPr>
            <a:xfrm>
              <a:off x="6256320" y="1628961"/>
              <a:ext cx="1695150" cy="592114"/>
            </a:xfrm>
            <a:prstGeom prst="rect">
              <a:avLst/>
            </a:prstGeom>
            <a:noFill/>
            <a:ln w="6350" cap="flat" cmpd="sng">
              <a:solidFill>
                <a:srgbClr val="1F497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 sz="1000" dirty="0">
                  <a:solidFill>
                    <a:srgbClr val="1F497D"/>
                  </a:solidFill>
                  <a:latin typeface="+mj-lt"/>
                  <a:ea typeface="Montserrat"/>
                  <a:cs typeface="Montserrat"/>
                  <a:sym typeface="Montserrat"/>
                </a:rPr>
                <a:t>Элемент 1</a:t>
              </a:r>
            </a:p>
            <a:p>
              <a:pPr marL="0" marR="0" lvl="0" indent="0" algn="ctr" rtl="0">
                <a:lnSpc>
                  <a:spcPct val="100000"/>
                </a:lnSpc>
                <a:spcBef>
                  <a:spcPts val="0"/>
                </a:spcBef>
                <a:spcAft>
                  <a:spcPts val="0"/>
                </a:spcAft>
                <a:buClr>
                  <a:srgbClr val="000000"/>
                </a:buClr>
                <a:buSzPts val="900"/>
                <a:buFont typeface="Arial"/>
                <a:buNone/>
              </a:pPr>
              <a:r>
                <a:rPr lang="ru" sz="1000" b="0" i="0" u="none" strike="noStrike" cap="none" dirty="0">
                  <a:solidFill>
                    <a:srgbClr val="1F497D"/>
                  </a:solidFill>
                  <a:latin typeface="+mj-lt"/>
                  <a:ea typeface="Montserrat"/>
                  <a:cs typeface="Montserrat"/>
                  <a:sym typeface="Montserrat"/>
                </a:rPr>
                <a:t>Введите </a:t>
              </a:r>
              <a:r>
                <a:rPr lang="ru" sz="1000" dirty="0">
                  <a:solidFill>
                    <a:srgbClr val="1F497D"/>
                  </a:solidFill>
                  <a:latin typeface="+mj-lt"/>
                  <a:ea typeface="Montserrat"/>
                  <a:cs typeface="Montserrat"/>
                  <a:sym typeface="Montserrat"/>
                </a:rPr>
                <a:t>текст</a:t>
              </a:r>
              <a:endParaRPr sz="1000" b="0" i="0" u="none" strike="noStrike" cap="none" dirty="0">
                <a:solidFill>
                  <a:srgbClr val="1F497D"/>
                </a:solidFill>
                <a:latin typeface="+mj-lt"/>
                <a:ea typeface="Montserrat"/>
                <a:cs typeface="Montserrat"/>
                <a:sym typeface="Montserrat"/>
              </a:endParaRPr>
            </a:p>
          </p:txBody>
        </p:sp>
        <p:sp>
          <p:nvSpPr>
            <p:cNvPr id="54" name="Google Shape;276;g12ed61292f3_23_55">
              <a:extLst>
                <a:ext uri="{FF2B5EF4-FFF2-40B4-BE49-F238E27FC236}">
                  <a16:creationId xmlns:a16="http://schemas.microsoft.com/office/drawing/2014/main" id="{FFAA2993-A8AF-48B5-8EB3-2FA8CCDA23AE}"/>
                </a:ext>
              </a:extLst>
            </p:cNvPr>
            <p:cNvSpPr/>
            <p:nvPr/>
          </p:nvSpPr>
          <p:spPr>
            <a:xfrm>
              <a:off x="8664240" y="1628961"/>
              <a:ext cx="1695150" cy="592114"/>
            </a:xfrm>
            <a:prstGeom prst="rect">
              <a:avLst/>
            </a:prstGeom>
            <a:noFill/>
            <a:ln w="6350" cap="flat" cmpd="sng">
              <a:solidFill>
                <a:srgbClr val="1F497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000" dirty="0">
                  <a:solidFill>
                    <a:srgbClr val="1F497D"/>
                  </a:solidFill>
                  <a:latin typeface="+mj-lt"/>
                  <a:ea typeface="Montserrat"/>
                  <a:cs typeface="Montserrat"/>
                  <a:sym typeface="Montserrat"/>
                </a:rPr>
                <a:t>Элемент 2</a:t>
              </a:r>
            </a:p>
            <a:p>
              <a:pPr marL="0" marR="0" lvl="0" indent="0" algn="ctr" rtl="0">
                <a:lnSpc>
                  <a:spcPct val="100000"/>
                </a:lnSpc>
                <a:spcBef>
                  <a:spcPts val="0"/>
                </a:spcBef>
                <a:spcAft>
                  <a:spcPts val="0"/>
                </a:spcAft>
                <a:buClr>
                  <a:srgbClr val="000000"/>
                </a:buClr>
                <a:buSzPts val="900"/>
                <a:buFont typeface="Arial"/>
                <a:buNone/>
              </a:pPr>
              <a:r>
                <a:rPr lang="ru-RU" sz="1000" b="0" i="0" u="none" strike="noStrike" cap="none" dirty="0">
                  <a:solidFill>
                    <a:srgbClr val="1F497D"/>
                  </a:solidFill>
                  <a:latin typeface="+mj-lt"/>
                  <a:ea typeface="Montserrat"/>
                  <a:cs typeface="Montserrat"/>
                  <a:sym typeface="Montserrat"/>
                </a:rPr>
                <a:t>Введите </a:t>
              </a:r>
              <a:r>
                <a:rPr lang="ru-RU" sz="1000" dirty="0">
                  <a:solidFill>
                    <a:srgbClr val="1F497D"/>
                  </a:solidFill>
                  <a:latin typeface="+mj-lt"/>
                  <a:ea typeface="Montserrat"/>
                  <a:cs typeface="Montserrat"/>
                  <a:sym typeface="Montserrat"/>
                </a:rPr>
                <a:t>текст</a:t>
              </a:r>
              <a:endParaRPr lang="ru-RU" sz="1000" b="0" i="0" u="none" strike="noStrike" cap="none" dirty="0">
                <a:solidFill>
                  <a:srgbClr val="1F497D"/>
                </a:solidFill>
                <a:latin typeface="+mj-lt"/>
                <a:ea typeface="Montserrat"/>
                <a:cs typeface="Montserrat"/>
                <a:sym typeface="Montserrat"/>
              </a:endParaRPr>
            </a:p>
          </p:txBody>
        </p:sp>
        <p:sp>
          <p:nvSpPr>
            <p:cNvPr id="55" name="Google Shape;277;g12ed61292f3_23_55">
              <a:extLst>
                <a:ext uri="{FF2B5EF4-FFF2-40B4-BE49-F238E27FC236}">
                  <a16:creationId xmlns:a16="http://schemas.microsoft.com/office/drawing/2014/main" id="{72D47E75-051F-48E8-AFB9-4F421D97CC2F}"/>
                </a:ext>
              </a:extLst>
            </p:cNvPr>
            <p:cNvSpPr/>
            <p:nvPr/>
          </p:nvSpPr>
          <p:spPr>
            <a:xfrm>
              <a:off x="6256320" y="2930653"/>
              <a:ext cx="1695150" cy="1011214"/>
            </a:xfrm>
            <a:prstGeom prst="rect">
              <a:avLst/>
            </a:prstGeom>
            <a:noFill/>
            <a:ln w="6350" cap="flat" cmpd="sng">
              <a:solidFill>
                <a:srgbClr val="1F497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000" dirty="0">
                  <a:solidFill>
                    <a:srgbClr val="1F497D"/>
                  </a:solidFill>
                  <a:latin typeface="+mj-lt"/>
                  <a:ea typeface="Montserrat"/>
                  <a:cs typeface="Montserrat"/>
                  <a:sym typeface="Montserrat"/>
                </a:rPr>
                <a:t>Элемент 3</a:t>
              </a:r>
            </a:p>
            <a:p>
              <a:pPr marL="0" marR="0" lvl="0" indent="0" algn="ctr" rtl="0">
                <a:lnSpc>
                  <a:spcPct val="100000"/>
                </a:lnSpc>
                <a:spcBef>
                  <a:spcPts val="0"/>
                </a:spcBef>
                <a:spcAft>
                  <a:spcPts val="0"/>
                </a:spcAft>
                <a:buClr>
                  <a:srgbClr val="000000"/>
                </a:buClr>
                <a:buSzPts val="900"/>
                <a:buFont typeface="Arial"/>
                <a:buNone/>
              </a:pPr>
              <a:r>
                <a:rPr lang="ru-RU" sz="1000" b="0" i="0" u="none" strike="noStrike" cap="none" dirty="0">
                  <a:solidFill>
                    <a:srgbClr val="1F497D"/>
                  </a:solidFill>
                  <a:latin typeface="+mj-lt"/>
                  <a:ea typeface="Montserrat"/>
                  <a:cs typeface="Montserrat"/>
                  <a:sym typeface="Montserrat"/>
                </a:rPr>
                <a:t>Введите </a:t>
              </a:r>
              <a:r>
                <a:rPr lang="ru-RU" sz="1000" dirty="0">
                  <a:solidFill>
                    <a:srgbClr val="1F497D"/>
                  </a:solidFill>
                  <a:latin typeface="+mj-lt"/>
                  <a:ea typeface="Montserrat"/>
                  <a:cs typeface="Montserrat"/>
                  <a:sym typeface="Montserrat"/>
                </a:rPr>
                <a:t>текст</a:t>
              </a:r>
              <a:endParaRPr lang="ru-RU" sz="1000" b="0" i="0" u="none" strike="noStrike" cap="none" dirty="0">
                <a:solidFill>
                  <a:srgbClr val="1F497D"/>
                </a:solidFill>
                <a:latin typeface="+mj-lt"/>
                <a:ea typeface="Montserrat"/>
                <a:cs typeface="Montserrat"/>
                <a:sym typeface="Montserrat"/>
              </a:endParaRPr>
            </a:p>
          </p:txBody>
        </p:sp>
        <p:sp>
          <p:nvSpPr>
            <p:cNvPr id="56" name="Google Shape;278;g12ed61292f3_23_55">
              <a:extLst>
                <a:ext uri="{FF2B5EF4-FFF2-40B4-BE49-F238E27FC236}">
                  <a16:creationId xmlns:a16="http://schemas.microsoft.com/office/drawing/2014/main" id="{7C568573-5101-47AC-BE0A-3816CC2500B9}"/>
                </a:ext>
              </a:extLst>
            </p:cNvPr>
            <p:cNvSpPr/>
            <p:nvPr/>
          </p:nvSpPr>
          <p:spPr>
            <a:xfrm>
              <a:off x="8664240" y="2930653"/>
              <a:ext cx="1695150" cy="1011214"/>
            </a:xfrm>
            <a:prstGeom prst="rect">
              <a:avLst/>
            </a:prstGeom>
            <a:noFill/>
            <a:ln w="6350" cap="flat" cmpd="sng">
              <a:solidFill>
                <a:srgbClr val="1F497D"/>
              </a:solidFill>
              <a:prstDash val="solid"/>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ru-RU" sz="1000" dirty="0">
                  <a:solidFill>
                    <a:srgbClr val="1F497D"/>
                  </a:solidFill>
                  <a:latin typeface="+mj-lt"/>
                  <a:ea typeface="Montserrat"/>
                  <a:cs typeface="Montserrat"/>
                  <a:sym typeface="Montserrat"/>
                </a:rPr>
                <a:t>Элемент 4</a:t>
              </a:r>
            </a:p>
            <a:p>
              <a:pPr marL="0" marR="0" lvl="0" indent="0" algn="ctr" rtl="0">
                <a:lnSpc>
                  <a:spcPct val="100000"/>
                </a:lnSpc>
                <a:spcBef>
                  <a:spcPts val="0"/>
                </a:spcBef>
                <a:spcAft>
                  <a:spcPts val="0"/>
                </a:spcAft>
                <a:buClr>
                  <a:srgbClr val="000000"/>
                </a:buClr>
                <a:buSzPts val="900"/>
                <a:buFont typeface="Arial"/>
                <a:buNone/>
              </a:pPr>
              <a:r>
                <a:rPr lang="ru-RU" sz="1000" b="0" i="0" u="none" strike="noStrike" cap="none" dirty="0">
                  <a:solidFill>
                    <a:srgbClr val="1F497D"/>
                  </a:solidFill>
                  <a:latin typeface="+mj-lt"/>
                  <a:ea typeface="Montserrat"/>
                  <a:cs typeface="Montserrat"/>
                  <a:sym typeface="Montserrat"/>
                </a:rPr>
                <a:t>Введите </a:t>
              </a:r>
              <a:r>
                <a:rPr lang="ru-RU" sz="1000" dirty="0">
                  <a:solidFill>
                    <a:srgbClr val="1F497D"/>
                  </a:solidFill>
                  <a:latin typeface="+mj-lt"/>
                  <a:ea typeface="Montserrat"/>
                  <a:cs typeface="Montserrat"/>
                  <a:sym typeface="Montserrat"/>
                </a:rPr>
                <a:t>текст</a:t>
              </a:r>
              <a:endParaRPr lang="ru-RU" sz="1000" b="0" i="0" u="none" strike="noStrike" cap="none" dirty="0">
                <a:solidFill>
                  <a:srgbClr val="1F497D"/>
                </a:solidFill>
                <a:latin typeface="+mj-lt"/>
                <a:ea typeface="Montserrat"/>
                <a:cs typeface="Montserrat"/>
                <a:sym typeface="Montserrat"/>
              </a:endParaRPr>
            </a:p>
          </p:txBody>
        </p:sp>
        <p:cxnSp>
          <p:nvCxnSpPr>
            <p:cNvPr id="57" name="Google Shape;279;g12ed61292f3_23_55">
              <a:extLst>
                <a:ext uri="{FF2B5EF4-FFF2-40B4-BE49-F238E27FC236}">
                  <a16:creationId xmlns:a16="http://schemas.microsoft.com/office/drawing/2014/main" id="{E4A03A77-7155-4CD5-9BAC-076786E00D7E}"/>
                </a:ext>
              </a:extLst>
            </p:cNvPr>
            <p:cNvCxnSpPr>
              <a:stCxn id="53" idx="3"/>
              <a:endCxn id="54" idx="1"/>
            </p:cNvCxnSpPr>
            <p:nvPr/>
          </p:nvCxnSpPr>
          <p:spPr>
            <a:xfrm>
              <a:off x="7951470" y="1925018"/>
              <a:ext cx="712800" cy="0"/>
            </a:xfrm>
            <a:prstGeom prst="straightConnector1">
              <a:avLst/>
            </a:prstGeom>
            <a:noFill/>
            <a:ln w="6350" cap="flat" cmpd="sng">
              <a:solidFill>
                <a:srgbClr val="3C90DC"/>
              </a:solidFill>
              <a:prstDash val="solid"/>
              <a:round/>
              <a:headEnd type="none" w="sm" len="sm"/>
              <a:tailEnd type="triangle" w="med" len="med"/>
            </a:ln>
          </p:spPr>
        </p:cxnSp>
        <p:cxnSp>
          <p:nvCxnSpPr>
            <p:cNvPr id="58" name="Google Shape;280;g12ed61292f3_23_55">
              <a:extLst>
                <a:ext uri="{FF2B5EF4-FFF2-40B4-BE49-F238E27FC236}">
                  <a16:creationId xmlns:a16="http://schemas.microsoft.com/office/drawing/2014/main" id="{624F9E0F-FB72-4E0B-B70B-64DABCE079A7}"/>
                </a:ext>
              </a:extLst>
            </p:cNvPr>
            <p:cNvCxnSpPr>
              <a:stCxn id="54" idx="2"/>
              <a:endCxn id="55" idx="0"/>
            </p:cNvCxnSpPr>
            <p:nvPr/>
          </p:nvCxnSpPr>
          <p:spPr>
            <a:xfrm flipH="1">
              <a:off x="7104015" y="2221075"/>
              <a:ext cx="2407800" cy="709500"/>
            </a:xfrm>
            <a:prstGeom prst="straightConnector1">
              <a:avLst/>
            </a:prstGeom>
            <a:noFill/>
            <a:ln w="6350" cap="flat" cmpd="sng">
              <a:solidFill>
                <a:srgbClr val="3C90DC"/>
              </a:solidFill>
              <a:prstDash val="solid"/>
              <a:round/>
              <a:headEnd type="none" w="sm" len="sm"/>
              <a:tailEnd type="triangle" w="med" len="med"/>
            </a:ln>
          </p:spPr>
        </p:cxnSp>
        <p:cxnSp>
          <p:nvCxnSpPr>
            <p:cNvPr id="59" name="Google Shape;281;g12ed61292f3_23_55">
              <a:extLst>
                <a:ext uri="{FF2B5EF4-FFF2-40B4-BE49-F238E27FC236}">
                  <a16:creationId xmlns:a16="http://schemas.microsoft.com/office/drawing/2014/main" id="{DA2E2A39-007C-4A3A-8033-0706458E589F}"/>
                </a:ext>
              </a:extLst>
            </p:cNvPr>
            <p:cNvCxnSpPr/>
            <p:nvPr/>
          </p:nvCxnSpPr>
          <p:spPr>
            <a:xfrm>
              <a:off x="7951470" y="3453951"/>
              <a:ext cx="712770" cy="0"/>
            </a:xfrm>
            <a:prstGeom prst="straightConnector1">
              <a:avLst/>
            </a:prstGeom>
            <a:noFill/>
            <a:ln w="6350" cap="flat" cmpd="sng">
              <a:solidFill>
                <a:srgbClr val="3C90DC"/>
              </a:solidFill>
              <a:prstDash val="solid"/>
              <a:round/>
              <a:headEnd type="none" w="sm" len="sm"/>
              <a:tailEnd type="triangle" w="med" len="med"/>
            </a:ln>
          </p:spPr>
        </p:cxnSp>
      </p:grpSp>
      <p:sp>
        <p:nvSpPr>
          <p:cNvPr id="68" name="Google Shape;106;p15">
            <a:extLst>
              <a:ext uri="{FF2B5EF4-FFF2-40B4-BE49-F238E27FC236}">
                <a16:creationId xmlns:a16="http://schemas.microsoft.com/office/drawing/2014/main" id="{0B016940-3465-4F5D-AE5B-925ADA29CA9A}"/>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9</a:t>
            </a:fld>
            <a:endParaRPr lang="ru" sz="1000" dirty="0">
              <a:latin typeface="+mj-lt"/>
              <a:ea typeface="Montserrat"/>
              <a:cs typeface="Montserrat"/>
              <a:sym typeface="Montserrat"/>
            </a:endParaRPr>
          </a:p>
        </p:txBody>
      </p:sp>
    </p:spTree>
    <p:extLst>
      <p:ext uri="{BB962C8B-B14F-4D97-AF65-F5344CB8AC3E}">
        <p14:creationId xmlns:p14="http://schemas.microsoft.com/office/powerpoint/2010/main" val="375097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Google Shape;212;g12ed61292f3_23_17">
            <a:extLst>
              <a:ext uri="{FF2B5EF4-FFF2-40B4-BE49-F238E27FC236}">
                <a16:creationId xmlns:a16="http://schemas.microsoft.com/office/drawing/2014/main" id="{7BB053CD-3CFC-404B-A562-3FFFA61A65CF}"/>
              </a:ext>
            </a:extLst>
          </p:cNvPr>
          <p:cNvSpPr/>
          <p:nvPr/>
        </p:nvSpPr>
        <p:spPr>
          <a:xfrm>
            <a:off x="349941" y="2178424"/>
            <a:ext cx="2566191" cy="3314029"/>
          </a:xfrm>
          <a:prstGeom prst="rect">
            <a:avLst/>
          </a:prstGeom>
          <a:noFill/>
          <a:ln>
            <a:noFill/>
          </a:ln>
        </p:spPr>
        <p:txBody>
          <a:bodyPr spcFirstLastPara="1" wrap="square" lIns="91425" tIns="45700" rIns="91425" bIns="45700" anchor="t" anchorCtr="0">
            <a:noAutofit/>
          </a:bodyPr>
          <a:lstStyle/>
          <a:p>
            <a:r>
              <a:rPr lang="ru-RU" sz="1200" b="0" i="0" u="none" strike="noStrike" cap="none" dirty="0">
                <a:solidFill>
                  <a:srgbClr val="000000"/>
                </a:solidFill>
                <a:latin typeface="+mj-lt"/>
                <a:ea typeface="Montserrat"/>
                <a:cs typeface="Montserrat"/>
                <a:sym typeface="Montserrat"/>
              </a:rPr>
              <a:t>Введите текст 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pPr marL="0" marR="0" lvl="0" indent="0" algn="l" rtl="0">
              <a:lnSpc>
                <a:spcPct val="100000"/>
              </a:lnSpc>
              <a:spcBef>
                <a:spcPts val="0"/>
              </a:spcBef>
              <a:spcAft>
                <a:spcPts val="0"/>
              </a:spcAft>
              <a:buNone/>
            </a:pPr>
            <a:endParaRPr lang="ru-RU" sz="12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200" dirty="0">
              <a:latin typeface="+mj-lt"/>
              <a:ea typeface="Montserrat"/>
              <a:cs typeface="Montserrat"/>
              <a:sym typeface="Montserrat"/>
            </a:endParaRP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r>
              <a:rPr lang="ru-RU" sz="1200" b="0" i="0" u="none" strike="noStrike" cap="none" dirty="0">
                <a:solidFill>
                  <a:srgbClr val="000000"/>
                </a:solidFill>
                <a:latin typeface="+mj-lt"/>
                <a:ea typeface="Montserrat"/>
                <a:cs typeface="Montserrat"/>
                <a:sym typeface="Montserrat"/>
              </a:rPr>
              <a:t>Введите текст</a:t>
            </a:r>
          </a:p>
          <a:p>
            <a:pPr marL="0" marR="0" lvl="0" indent="0" algn="l" rtl="0">
              <a:lnSpc>
                <a:spcPct val="100000"/>
              </a:lnSpc>
              <a:spcBef>
                <a:spcPts val="0"/>
              </a:spcBef>
              <a:spcAft>
                <a:spcPts val="0"/>
              </a:spcAft>
              <a:buNone/>
            </a:pPr>
            <a:endParaRPr sz="1200" b="0" i="0" u="none" strike="noStrike" cap="none" dirty="0">
              <a:solidFill>
                <a:srgbClr val="000000"/>
              </a:solidFill>
              <a:latin typeface="+mj-lt"/>
              <a:ea typeface="Montserrat"/>
              <a:cs typeface="Montserrat"/>
              <a:sym typeface="Montserrat"/>
            </a:endParaRPr>
          </a:p>
        </p:txBody>
      </p:sp>
      <p:cxnSp>
        <p:nvCxnSpPr>
          <p:cNvPr id="64" name="Google Shape;213;g12ed61292f3_23_17">
            <a:extLst>
              <a:ext uri="{FF2B5EF4-FFF2-40B4-BE49-F238E27FC236}">
                <a16:creationId xmlns:a16="http://schemas.microsoft.com/office/drawing/2014/main" id="{643B5F78-0263-46AA-BC59-EA3C54C68239}"/>
              </a:ext>
            </a:extLst>
          </p:cNvPr>
          <p:cNvCxnSpPr/>
          <p:nvPr/>
        </p:nvCxnSpPr>
        <p:spPr>
          <a:xfrm rot="10800000">
            <a:off x="3022214" y="1742316"/>
            <a:ext cx="0" cy="4378667"/>
          </a:xfrm>
          <a:prstGeom prst="straightConnector1">
            <a:avLst/>
          </a:prstGeom>
          <a:noFill/>
          <a:ln w="6350" cap="flat" cmpd="sng">
            <a:solidFill>
              <a:srgbClr val="1C4587"/>
            </a:solidFill>
            <a:prstDash val="dot"/>
            <a:round/>
            <a:headEnd type="none" w="sm" len="sm"/>
            <a:tailEnd type="none" w="sm" len="sm"/>
          </a:ln>
        </p:spPr>
      </p:cxnSp>
      <p:sp>
        <p:nvSpPr>
          <p:cNvPr id="65" name="Google Shape;214;g12ed61292f3_23_17">
            <a:extLst>
              <a:ext uri="{FF2B5EF4-FFF2-40B4-BE49-F238E27FC236}">
                <a16:creationId xmlns:a16="http://schemas.microsoft.com/office/drawing/2014/main" id="{C35E3C2B-FD35-4F0D-8DDD-0E623AC569DC}"/>
              </a:ext>
            </a:extLst>
          </p:cNvPr>
          <p:cNvSpPr/>
          <p:nvPr/>
        </p:nvSpPr>
        <p:spPr>
          <a:xfrm>
            <a:off x="3277985" y="2158033"/>
            <a:ext cx="2386144"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66" name="Google Shape;215;g12ed61292f3_23_17">
            <a:extLst>
              <a:ext uri="{FF2B5EF4-FFF2-40B4-BE49-F238E27FC236}">
                <a16:creationId xmlns:a16="http://schemas.microsoft.com/office/drawing/2014/main" id="{63910288-FF08-4ADA-8794-C87A1F4C20E1}"/>
              </a:ext>
            </a:extLst>
          </p:cNvPr>
          <p:cNvSpPr/>
          <p:nvPr/>
        </p:nvSpPr>
        <p:spPr>
          <a:xfrm>
            <a:off x="5949584" y="2158033"/>
            <a:ext cx="2287232"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67" name="Google Shape;216;g12ed61292f3_23_17">
            <a:extLst>
              <a:ext uri="{FF2B5EF4-FFF2-40B4-BE49-F238E27FC236}">
                <a16:creationId xmlns:a16="http://schemas.microsoft.com/office/drawing/2014/main" id="{6FA38AA3-E2AB-4386-9B79-65EC24E52F45}"/>
              </a:ext>
            </a:extLst>
          </p:cNvPr>
          <p:cNvSpPr/>
          <p:nvPr/>
        </p:nvSpPr>
        <p:spPr>
          <a:xfrm>
            <a:off x="349134" y="1542143"/>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dirty="0">
                <a:solidFill>
                  <a:srgbClr val="3C90DC"/>
                </a:solidFill>
                <a:latin typeface="+mj-lt"/>
                <a:ea typeface="Montserrat"/>
                <a:cs typeface="Montserrat"/>
                <a:sym typeface="Montserrat"/>
              </a:rPr>
              <a:t>1</a:t>
            </a:r>
            <a:endParaRPr sz="3600" b="1" i="0" u="none" strike="noStrike" cap="none" dirty="0">
              <a:solidFill>
                <a:srgbClr val="3C90DC"/>
              </a:solidFill>
              <a:latin typeface="+mj-lt"/>
              <a:ea typeface="Arial"/>
              <a:cs typeface="Arial"/>
              <a:sym typeface="Arial"/>
            </a:endParaRPr>
          </a:p>
        </p:txBody>
      </p:sp>
      <p:sp>
        <p:nvSpPr>
          <p:cNvPr id="68" name="Google Shape;217;g12ed61292f3_23_17">
            <a:extLst>
              <a:ext uri="{FF2B5EF4-FFF2-40B4-BE49-F238E27FC236}">
                <a16:creationId xmlns:a16="http://schemas.microsoft.com/office/drawing/2014/main" id="{A2B9C686-4FD1-449C-8177-3A9F5F750ADF}"/>
              </a:ext>
            </a:extLst>
          </p:cNvPr>
          <p:cNvSpPr/>
          <p:nvPr/>
        </p:nvSpPr>
        <p:spPr>
          <a:xfrm>
            <a:off x="3278212" y="1542142"/>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dirty="0">
                <a:solidFill>
                  <a:srgbClr val="3C90DC"/>
                </a:solidFill>
                <a:latin typeface="+mj-lt"/>
                <a:ea typeface="Montserrat"/>
                <a:cs typeface="Montserrat"/>
                <a:sym typeface="Montserrat"/>
              </a:rPr>
              <a:t>2</a:t>
            </a:r>
            <a:endParaRPr sz="3600" b="1" i="0" u="none" strike="noStrike" cap="none" dirty="0">
              <a:solidFill>
                <a:srgbClr val="3C90DC"/>
              </a:solidFill>
              <a:latin typeface="+mj-lt"/>
              <a:ea typeface="Arial"/>
              <a:cs typeface="Arial"/>
              <a:sym typeface="Arial"/>
            </a:endParaRPr>
          </a:p>
        </p:txBody>
      </p:sp>
      <p:sp>
        <p:nvSpPr>
          <p:cNvPr id="69" name="Google Shape;218;g12ed61292f3_23_17">
            <a:extLst>
              <a:ext uri="{FF2B5EF4-FFF2-40B4-BE49-F238E27FC236}">
                <a16:creationId xmlns:a16="http://schemas.microsoft.com/office/drawing/2014/main" id="{FE0935D2-EAA9-49CD-829A-76506996B995}"/>
              </a:ext>
            </a:extLst>
          </p:cNvPr>
          <p:cNvSpPr/>
          <p:nvPr/>
        </p:nvSpPr>
        <p:spPr>
          <a:xfrm>
            <a:off x="5982591" y="1542142"/>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3</a:t>
            </a:r>
            <a:endParaRPr sz="3600" b="1" i="0" u="none" strike="noStrike" cap="none">
              <a:solidFill>
                <a:srgbClr val="3C90DC"/>
              </a:solidFill>
              <a:latin typeface="+mj-lt"/>
              <a:ea typeface="Arial"/>
              <a:cs typeface="Arial"/>
              <a:sym typeface="Arial"/>
            </a:endParaRPr>
          </a:p>
        </p:txBody>
      </p:sp>
      <p:sp>
        <p:nvSpPr>
          <p:cNvPr id="71" name="Google Shape;220;g12ed61292f3_23_17">
            <a:extLst>
              <a:ext uri="{FF2B5EF4-FFF2-40B4-BE49-F238E27FC236}">
                <a16:creationId xmlns:a16="http://schemas.microsoft.com/office/drawing/2014/main" id="{C726AB50-28A7-407A-AC95-3E169274FE38}"/>
              </a:ext>
            </a:extLst>
          </p:cNvPr>
          <p:cNvSpPr/>
          <p:nvPr/>
        </p:nvSpPr>
        <p:spPr>
          <a:xfrm>
            <a:off x="8698872" y="2158033"/>
            <a:ext cx="3064503"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72" name="Google Shape;221;g12ed61292f3_23_17">
            <a:extLst>
              <a:ext uri="{FF2B5EF4-FFF2-40B4-BE49-F238E27FC236}">
                <a16:creationId xmlns:a16="http://schemas.microsoft.com/office/drawing/2014/main" id="{CD093BF3-15B5-4AAA-B945-F7DAD9B5A5FE}"/>
              </a:ext>
            </a:extLst>
          </p:cNvPr>
          <p:cNvSpPr/>
          <p:nvPr/>
        </p:nvSpPr>
        <p:spPr>
          <a:xfrm>
            <a:off x="8731879" y="1542142"/>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4</a:t>
            </a:r>
            <a:endParaRPr sz="3600" b="1" i="0" u="none" strike="noStrike" cap="none">
              <a:solidFill>
                <a:srgbClr val="3C90DC"/>
              </a:solidFill>
              <a:latin typeface="+mj-lt"/>
              <a:ea typeface="Arial"/>
              <a:cs typeface="Arial"/>
              <a:sym typeface="Arial"/>
            </a:endParaRPr>
          </a:p>
        </p:txBody>
      </p:sp>
      <p:sp>
        <p:nvSpPr>
          <p:cNvPr id="73" name="Google Shape;222;g12ed61292f3_23_17">
            <a:extLst>
              <a:ext uri="{FF2B5EF4-FFF2-40B4-BE49-F238E27FC236}">
                <a16:creationId xmlns:a16="http://schemas.microsoft.com/office/drawing/2014/main" id="{0762BEA7-2932-43D2-928C-78C22119015E}"/>
              </a:ext>
            </a:extLst>
          </p:cNvPr>
          <p:cNvSpPr/>
          <p:nvPr/>
        </p:nvSpPr>
        <p:spPr>
          <a:xfrm>
            <a:off x="3277985" y="3757317"/>
            <a:ext cx="2386144"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74" name="Google Shape;223;g12ed61292f3_23_17">
            <a:extLst>
              <a:ext uri="{FF2B5EF4-FFF2-40B4-BE49-F238E27FC236}">
                <a16:creationId xmlns:a16="http://schemas.microsoft.com/office/drawing/2014/main" id="{6D79D77D-A78F-4C2B-B89E-943F0CC799E9}"/>
              </a:ext>
            </a:extLst>
          </p:cNvPr>
          <p:cNvSpPr/>
          <p:nvPr/>
        </p:nvSpPr>
        <p:spPr>
          <a:xfrm>
            <a:off x="5949584" y="3757317"/>
            <a:ext cx="2532517" cy="898499"/>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75" name="Google Shape;224;g12ed61292f3_23_17">
            <a:extLst>
              <a:ext uri="{FF2B5EF4-FFF2-40B4-BE49-F238E27FC236}">
                <a16:creationId xmlns:a16="http://schemas.microsoft.com/office/drawing/2014/main" id="{7945D2EF-1028-453F-9302-4D78B49666B0}"/>
              </a:ext>
            </a:extLst>
          </p:cNvPr>
          <p:cNvSpPr/>
          <p:nvPr/>
        </p:nvSpPr>
        <p:spPr>
          <a:xfrm>
            <a:off x="3278212" y="3141426"/>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5</a:t>
            </a:r>
            <a:endParaRPr sz="3600" b="1" i="0" u="none" strike="noStrike" cap="none">
              <a:solidFill>
                <a:srgbClr val="3C90DC"/>
              </a:solidFill>
              <a:latin typeface="+mj-lt"/>
              <a:ea typeface="Arial"/>
              <a:cs typeface="Arial"/>
              <a:sym typeface="Arial"/>
            </a:endParaRPr>
          </a:p>
        </p:txBody>
      </p:sp>
      <p:sp>
        <p:nvSpPr>
          <p:cNvPr id="76" name="Google Shape;225;g12ed61292f3_23_17">
            <a:extLst>
              <a:ext uri="{FF2B5EF4-FFF2-40B4-BE49-F238E27FC236}">
                <a16:creationId xmlns:a16="http://schemas.microsoft.com/office/drawing/2014/main" id="{FAA25DB5-3CE6-4BF7-AB47-94C14EF26C24}"/>
              </a:ext>
            </a:extLst>
          </p:cNvPr>
          <p:cNvSpPr/>
          <p:nvPr/>
        </p:nvSpPr>
        <p:spPr>
          <a:xfrm>
            <a:off x="5982591" y="3141426"/>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6</a:t>
            </a:r>
            <a:endParaRPr sz="3600" b="1" i="0" u="none" strike="noStrike" cap="none">
              <a:solidFill>
                <a:srgbClr val="3C90DC"/>
              </a:solidFill>
              <a:latin typeface="+mj-lt"/>
              <a:ea typeface="Arial"/>
              <a:cs typeface="Arial"/>
              <a:sym typeface="Arial"/>
            </a:endParaRPr>
          </a:p>
        </p:txBody>
      </p:sp>
      <p:sp>
        <p:nvSpPr>
          <p:cNvPr id="77" name="Google Shape;226;g12ed61292f3_23_17">
            <a:extLst>
              <a:ext uri="{FF2B5EF4-FFF2-40B4-BE49-F238E27FC236}">
                <a16:creationId xmlns:a16="http://schemas.microsoft.com/office/drawing/2014/main" id="{C13D8318-92A6-4AEB-997A-23C8BD3C5467}"/>
              </a:ext>
            </a:extLst>
          </p:cNvPr>
          <p:cNvSpPr/>
          <p:nvPr/>
        </p:nvSpPr>
        <p:spPr>
          <a:xfrm>
            <a:off x="8698872" y="3757315"/>
            <a:ext cx="2642223"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78" name="Google Shape;227;g12ed61292f3_23_17">
            <a:extLst>
              <a:ext uri="{FF2B5EF4-FFF2-40B4-BE49-F238E27FC236}">
                <a16:creationId xmlns:a16="http://schemas.microsoft.com/office/drawing/2014/main" id="{ADF6E6EF-A9A1-4F76-9CD6-6FBD5FEE6186}"/>
              </a:ext>
            </a:extLst>
          </p:cNvPr>
          <p:cNvSpPr/>
          <p:nvPr/>
        </p:nvSpPr>
        <p:spPr>
          <a:xfrm>
            <a:off x="8731879" y="3141426"/>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dirty="0">
                <a:solidFill>
                  <a:srgbClr val="3C90DC"/>
                </a:solidFill>
                <a:latin typeface="+mj-lt"/>
                <a:ea typeface="Montserrat"/>
                <a:cs typeface="Montserrat"/>
                <a:sym typeface="Montserrat"/>
              </a:rPr>
              <a:t>7</a:t>
            </a:r>
            <a:endParaRPr sz="3600" b="1" i="0" u="none" strike="noStrike" cap="none" dirty="0">
              <a:solidFill>
                <a:srgbClr val="3C90DC"/>
              </a:solidFill>
              <a:latin typeface="+mj-lt"/>
              <a:ea typeface="Arial"/>
              <a:cs typeface="Arial"/>
              <a:sym typeface="Arial"/>
            </a:endParaRPr>
          </a:p>
        </p:txBody>
      </p:sp>
      <p:sp>
        <p:nvSpPr>
          <p:cNvPr id="79" name="Google Shape;228;g12ed61292f3_23_17">
            <a:extLst>
              <a:ext uri="{FF2B5EF4-FFF2-40B4-BE49-F238E27FC236}">
                <a16:creationId xmlns:a16="http://schemas.microsoft.com/office/drawing/2014/main" id="{89234C7F-CA1F-44E6-B0BD-21B5A788B2E8}"/>
              </a:ext>
            </a:extLst>
          </p:cNvPr>
          <p:cNvSpPr/>
          <p:nvPr/>
        </p:nvSpPr>
        <p:spPr>
          <a:xfrm>
            <a:off x="3277985" y="5417810"/>
            <a:ext cx="2386144"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80" name="Google Shape;229;g12ed61292f3_23_17">
            <a:extLst>
              <a:ext uri="{FF2B5EF4-FFF2-40B4-BE49-F238E27FC236}">
                <a16:creationId xmlns:a16="http://schemas.microsoft.com/office/drawing/2014/main" id="{F5781CD3-026E-45A0-AD99-4ED96FC8ADA3}"/>
              </a:ext>
            </a:extLst>
          </p:cNvPr>
          <p:cNvSpPr/>
          <p:nvPr/>
        </p:nvSpPr>
        <p:spPr>
          <a:xfrm>
            <a:off x="5949584" y="5417810"/>
            <a:ext cx="3199075" cy="703173"/>
          </a:xfrm>
          <a:prstGeom prst="rect">
            <a:avLst/>
          </a:prstGeom>
          <a:noFill/>
          <a:ln>
            <a:noFill/>
          </a:ln>
        </p:spPr>
        <p:txBody>
          <a:bodyPr spcFirstLastPara="1" wrap="square" lIns="91425" tIns="45700" rIns="91425" bIns="45700" anchor="t" anchorCtr="0">
            <a:noAutofit/>
          </a:bodyPr>
          <a:lstStyle/>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 Введите текст</a:t>
            </a:r>
          </a:p>
          <a:p>
            <a:r>
              <a:rPr lang="ru-RU" sz="1100" b="0" i="0" u="none" strike="noStrike" cap="none" dirty="0">
                <a:solidFill>
                  <a:srgbClr val="000000"/>
                </a:solidFill>
                <a:latin typeface="+mj-lt"/>
                <a:ea typeface="Montserrat"/>
                <a:cs typeface="Montserrat"/>
                <a:sym typeface="Montserrat"/>
              </a:rPr>
              <a:t>Введите текст</a:t>
            </a:r>
          </a:p>
          <a:p>
            <a:endParaRPr lang="ru-RU" sz="1100" b="0" i="0" u="none" strike="noStrike" cap="none" dirty="0">
              <a:solidFill>
                <a:srgbClr val="000000"/>
              </a:solidFill>
              <a:latin typeface="+mj-lt"/>
              <a:ea typeface="Montserrat"/>
              <a:cs typeface="Montserrat"/>
              <a:sym typeface="Montserrat"/>
            </a:endParaRPr>
          </a:p>
          <a:p>
            <a:pPr marL="0" marR="0" lvl="0" indent="0" algn="l" rtl="0">
              <a:lnSpc>
                <a:spcPct val="100000"/>
              </a:lnSpc>
              <a:spcBef>
                <a:spcPts val="0"/>
              </a:spcBef>
              <a:spcAft>
                <a:spcPts val="0"/>
              </a:spcAft>
              <a:buNone/>
            </a:pPr>
            <a:endParaRPr lang="ru-RU" sz="1100" b="0" i="0" u="none" strike="noStrike" cap="none" dirty="0">
              <a:solidFill>
                <a:srgbClr val="000000"/>
              </a:solidFill>
              <a:latin typeface="+mj-lt"/>
              <a:ea typeface="Montserrat"/>
              <a:cs typeface="Montserrat"/>
              <a:sym typeface="Montserrat"/>
            </a:endParaRPr>
          </a:p>
        </p:txBody>
      </p:sp>
      <p:sp>
        <p:nvSpPr>
          <p:cNvPr id="81" name="Google Shape;230;g12ed61292f3_23_17">
            <a:extLst>
              <a:ext uri="{FF2B5EF4-FFF2-40B4-BE49-F238E27FC236}">
                <a16:creationId xmlns:a16="http://schemas.microsoft.com/office/drawing/2014/main" id="{488E02D9-8669-471F-BCF6-099D69CB03C2}"/>
              </a:ext>
            </a:extLst>
          </p:cNvPr>
          <p:cNvSpPr/>
          <p:nvPr/>
        </p:nvSpPr>
        <p:spPr>
          <a:xfrm>
            <a:off x="3278212" y="4801919"/>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8</a:t>
            </a:r>
            <a:endParaRPr sz="3600" b="1" i="0" u="none" strike="noStrike" cap="none">
              <a:solidFill>
                <a:srgbClr val="3C90DC"/>
              </a:solidFill>
              <a:latin typeface="+mj-lt"/>
              <a:ea typeface="Arial"/>
              <a:cs typeface="Arial"/>
              <a:sym typeface="Arial"/>
            </a:endParaRPr>
          </a:p>
        </p:txBody>
      </p:sp>
      <p:sp>
        <p:nvSpPr>
          <p:cNvPr id="82" name="Google Shape;231;g12ed61292f3_23_17">
            <a:extLst>
              <a:ext uri="{FF2B5EF4-FFF2-40B4-BE49-F238E27FC236}">
                <a16:creationId xmlns:a16="http://schemas.microsoft.com/office/drawing/2014/main" id="{66FFE357-7500-4B91-B295-CC5CFA3EC63E}"/>
              </a:ext>
            </a:extLst>
          </p:cNvPr>
          <p:cNvSpPr/>
          <p:nvPr/>
        </p:nvSpPr>
        <p:spPr>
          <a:xfrm>
            <a:off x="5982591" y="4801919"/>
            <a:ext cx="713121" cy="58597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ru" sz="3600" b="1" i="0" u="none" strike="noStrike" cap="none">
                <a:solidFill>
                  <a:srgbClr val="3C90DC"/>
                </a:solidFill>
                <a:latin typeface="+mj-lt"/>
                <a:ea typeface="Montserrat"/>
                <a:cs typeface="Montserrat"/>
                <a:sym typeface="Montserrat"/>
              </a:rPr>
              <a:t>9</a:t>
            </a:r>
            <a:endParaRPr sz="3600" b="1" i="0" u="none" strike="noStrike" cap="none">
              <a:solidFill>
                <a:srgbClr val="3C90DC"/>
              </a:solidFill>
              <a:latin typeface="+mj-lt"/>
              <a:ea typeface="Arial"/>
              <a:cs typeface="Arial"/>
              <a:sym typeface="Arial"/>
            </a:endParaRPr>
          </a:p>
        </p:txBody>
      </p:sp>
      <p:cxnSp>
        <p:nvCxnSpPr>
          <p:cNvPr id="84" name="Google Shape;233;g12ed61292f3_23_17">
            <a:extLst>
              <a:ext uri="{FF2B5EF4-FFF2-40B4-BE49-F238E27FC236}">
                <a16:creationId xmlns:a16="http://schemas.microsoft.com/office/drawing/2014/main" id="{B048A11E-18F3-4849-A87B-7F35AB1BE60E}"/>
              </a:ext>
            </a:extLst>
          </p:cNvPr>
          <p:cNvCxnSpPr/>
          <p:nvPr/>
        </p:nvCxnSpPr>
        <p:spPr>
          <a:xfrm rot="10800000">
            <a:off x="5809022" y="1742316"/>
            <a:ext cx="0" cy="4378667"/>
          </a:xfrm>
          <a:prstGeom prst="straightConnector1">
            <a:avLst/>
          </a:prstGeom>
          <a:noFill/>
          <a:ln w="6350" cap="flat" cmpd="sng">
            <a:solidFill>
              <a:srgbClr val="1C4587"/>
            </a:solidFill>
            <a:prstDash val="dot"/>
            <a:round/>
            <a:headEnd type="none" w="sm" len="sm"/>
            <a:tailEnd type="none" w="sm" len="sm"/>
          </a:ln>
        </p:spPr>
      </p:cxnSp>
      <p:cxnSp>
        <p:nvCxnSpPr>
          <p:cNvPr id="85" name="Google Shape;234;g12ed61292f3_23_17">
            <a:extLst>
              <a:ext uri="{FF2B5EF4-FFF2-40B4-BE49-F238E27FC236}">
                <a16:creationId xmlns:a16="http://schemas.microsoft.com/office/drawing/2014/main" id="{6CEF5D5D-F45D-4048-8E35-1F5F4611179C}"/>
              </a:ext>
            </a:extLst>
          </p:cNvPr>
          <p:cNvCxnSpPr>
            <a:cxnSpLocks/>
          </p:cNvCxnSpPr>
          <p:nvPr/>
        </p:nvCxnSpPr>
        <p:spPr>
          <a:xfrm flipV="1">
            <a:off x="8482101" y="1742317"/>
            <a:ext cx="0" cy="4378666"/>
          </a:xfrm>
          <a:prstGeom prst="straightConnector1">
            <a:avLst/>
          </a:prstGeom>
          <a:noFill/>
          <a:ln w="6350" cap="flat" cmpd="sng">
            <a:solidFill>
              <a:srgbClr val="1C4587"/>
            </a:solidFill>
            <a:prstDash val="dot"/>
            <a:round/>
            <a:headEnd type="none" w="sm" len="sm"/>
            <a:tailEnd type="none" w="sm" len="sm"/>
          </a:ln>
        </p:spPr>
      </p:cxnSp>
      <p:sp>
        <p:nvSpPr>
          <p:cNvPr id="93" name="Google Shape;67;p15">
            <a:extLst>
              <a:ext uri="{FF2B5EF4-FFF2-40B4-BE49-F238E27FC236}">
                <a16:creationId xmlns:a16="http://schemas.microsoft.com/office/drawing/2014/main" id="{F7A7D2F8-0558-4759-BF95-29873D5E61F9}"/>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 </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94" name="Google Shape;106;p15">
            <a:extLst>
              <a:ext uri="{FF2B5EF4-FFF2-40B4-BE49-F238E27FC236}">
                <a16:creationId xmlns:a16="http://schemas.microsoft.com/office/drawing/2014/main" id="{7CA0FB56-3A6F-44A5-8D9A-8B90ADEDC3A3}"/>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10</a:t>
            </a:fld>
            <a:endParaRPr lang="ru" sz="1000" dirty="0">
              <a:latin typeface="+mj-lt"/>
              <a:ea typeface="Montserrat"/>
              <a:cs typeface="Montserrat"/>
              <a:sym typeface="Montserrat"/>
            </a:endParaRPr>
          </a:p>
        </p:txBody>
      </p:sp>
    </p:spTree>
    <p:extLst>
      <p:ext uri="{BB962C8B-B14F-4D97-AF65-F5344CB8AC3E}">
        <p14:creationId xmlns:p14="http://schemas.microsoft.com/office/powerpoint/2010/main" val="139576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Google Shape;67;p15">
            <a:extLst>
              <a:ext uri="{FF2B5EF4-FFF2-40B4-BE49-F238E27FC236}">
                <a16:creationId xmlns:a16="http://schemas.microsoft.com/office/drawing/2014/main" id="{F7A7D2F8-0558-4759-BF95-29873D5E61F9}"/>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 </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94" name="Google Shape;106;p15">
            <a:extLst>
              <a:ext uri="{FF2B5EF4-FFF2-40B4-BE49-F238E27FC236}">
                <a16:creationId xmlns:a16="http://schemas.microsoft.com/office/drawing/2014/main" id="{7CA0FB56-3A6F-44A5-8D9A-8B90ADEDC3A3}"/>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11</a:t>
            </a:fld>
            <a:endParaRPr lang="ru" sz="1000" dirty="0">
              <a:latin typeface="+mj-lt"/>
              <a:ea typeface="Montserrat"/>
              <a:cs typeface="Montserrat"/>
              <a:sym typeface="Montserrat"/>
            </a:endParaRPr>
          </a:p>
        </p:txBody>
      </p:sp>
      <p:graphicFrame>
        <p:nvGraphicFramePr>
          <p:cNvPr id="27" name="Google Shape;382;g12ed61292f3_10_0">
            <a:extLst>
              <a:ext uri="{FF2B5EF4-FFF2-40B4-BE49-F238E27FC236}">
                <a16:creationId xmlns:a16="http://schemas.microsoft.com/office/drawing/2014/main" id="{0EFAD8A5-671F-4282-9710-74F1448B0352}"/>
              </a:ext>
            </a:extLst>
          </p:cNvPr>
          <p:cNvGraphicFramePr/>
          <p:nvPr>
            <p:extLst>
              <p:ext uri="{D42A27DB-BD31-4B8C-83A1-F6EECF244321}">
                <p14:modId xmlns:p14="http://schemas.microsoft.com/office/powerpoint/2010/main" val="1720375697"/>
              </p:ext>
            </p:extLst>
          </p:nvPr>
        </p:nvGraphicFramePr>
        <p:xfrm>
          <a:off x="231925" y="1310820"/>
          <a:ext cx="11638037" cy="4838585"/>
        </p:xfrm>
        <a:graphic>
          <a:graphicData uri="http://schemas.openxmlformats.org/drawingml/2006/table">
            <a:tbl>
              <a:tblPr>
                <a:noFill/>
              </a:tblPr>
              <a:tblGrid>
                <a:gridCol w="689408">
                  <a:extLst>
                    <a:ext uri="{9D8B030D-6E8A-4147-A177-3AD203B41FA5}">
                      <a16:colId xmlns:a16="http://schemas.microsoft.com/office/drawing/2014/main" val="20000"/>
                    </a:ext>
                  </a:extLst>
                </a:gridCol>
                <a:gridCol w="5915359">
                  <a:extLst>
                    <a:ext uri="{9D8B030D-6E8A-4147-A177-3AD203B41FA5}">
                      <a16:colId xmlns:a16="http://schemas.microsoft.com/office/drawing/2014/main" val="20001"/>
                    </a:ext>
                  </a:extLst>
                </a:gridCol>
                <a:gridCol w="1365863">
                  <a:extLst>
                    <a:ext uri="{9D8B030D-6E8A-4147-A177-3AD203B41FA5}">
                      <a16:colId xmlns:a16="http://schemas.microsoft.com/office/drawing/2014/main" val="20002"/>
                    </a:ext>
                  </a:extLst>
                </a:gridCol>
                <a:gridCol w="935887">
                  <a:extLst>
                    <a:ext uri="{9D8B030D-6E8A-4147-A177-3AD203B41FA5}">
                      <a16:colId xmlns:a16="http://schemas.microsoft.com/office/drawing/2014/main" val="20003"/>
                    </a:ext>
                  </a:extLst>
                </a:gridCol>
                <a:gridCol w="878182">
                  <a:extLst>
                    <a:ext uri="{9D8B030D-6E8A-4147-A177-3AD203B41FA5}">
                      <a16:colId xmlns:a16="http://schemas.microsoft.com/office/drawing/2014/main" val="20004"/>
                    </a:ext>
                  </a:extLst>
                </a:gridCol>
                <a:gridCol w="926669">
                  <a:extLst>
                    <a:ext uri="{9D8B030D-6E8A-4147-A177-3AD203B41FA5}">
                      <a16:colId xmlns:a16="http://schemas.microsoft.com/office/drawing/2014/main" val="20005"/>
                    </a:ext>
                  </a:extLst>
                </a:gridCol>
                <a:gridCol w="926669">
                  <a:extLst>
                    <a:ext uri="{9D8B030D-6E8A-4147-A177-3AD203B41FA5}">
                      <a16:colId xmlns:a16="http://schemas.microsoft.com/office/drawing/2014/main" val="20006"/>
                    </a:ext>
                  </a:extLst>
                </a:gridCol>
              </a:tblGrid>
              <a:tr h="536032">
                <a:tc rowSpan="2">
                  <a:txBody>
                    <a:bodyPr/>
                    <a:lstStyle/>
                    <a:p>
                      <a:pPr marL="0" lvl="0" indent="0" algn="l" rtl="0">
                        <a:spcBef>
                          <a:spcPts val="0"/>
                        </a:spcBef>
                        <a:spcAft>
                          <a:spcPts val="0"/>
                        </a:spcAft>
                        <a:buNone/>
                      </a:pPr>
                      <a:endParaRPr sz="1800">
                        <a:latin typeface="+mj-lt"/>
                        <a:ea typeface="Montserrat"/>
                        <a:cs typeface="Montserrat"/>
                        <a:sym typeface="Montserrat"/>
                      </a:endParaRPr>
                    </a:p>
                  </a:txBody>
                  <a:tcPr marL="125333" marR="125333" marT="62667" marB="62667">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rowSpan="2">
                  <a:txBody>
                    <a:bodyPr/>
                    <a:lstStyle/>
                    <a:p>
                      <a:pPr marL="0" lvl="0" indent="0" algn="l" rtl="0">
                        <a:spcBef>
                          <a:spcPts val="0"/>
                        </a:spcBef>
                        <a:spcAft>
                          <a:spcPts val="0"/>
                        </a:spcAft>
                        <a:buNone/>
                      </a:pPr>
                      <a:r>
                        <a:rPr lang="ru" sz="1400" b="1" dirty="0">
                          <a:solidFill>
                            <a:srgbClr val="1F497D"/>
                          </a:solidFill>
                          <a:latin typeface="+mj-lt"/>
                          <a:ea typeface="Montserrat"/>
                          <a:cs typeface="Montserrat"/>
                          <a:sym typeface="Montserrat"/>
                        </a:rPr>
                        <a:t>НАЗВАНИЕ</a:t>
                      </a:r>
                      <a:endParaRPr sz="1400" b="1" dirty="0">
                        <a:solidFill>
                          <a:srgbClr val="1F497D"/>
                        </a:solidFill>
                        <a:latin typeface="+mj-lt"/>
                        <a:ea typeface="Montserrat"/>
                        <a:cs typeface="Montserrat"/>
                        <a:sym typeface="Montserrat"/>
                      </a:endParaRPr>
                    </a:p>
                  </a:txBody>
                  <a:tcPr marL="125333" marR="125333" marT="62667" marB="62667">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RU" sz="1100" b="1" dirty="0">
                          <a:solidFill>
                            <a:srgbClr val="1F497D"/>
                          </a:solidFill>
                          <a:latin typeface="+mj-lt"/>
                          <a:ea typeface="Montserrat"/>
                          <a:cs typeface="Montserrat"/>
                          <a:sym typeface="Montserrat"/>
                        </a:rPr>
                        <a:t>ПОКАЗАТЕЛЬ</a:t>
                      </a: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gridSpan="2">
                  <a:txBody>
                    <a:bodyPr/>
                    <a:lstStyle/>
                    <a:p>
                      <a:pPr marL="0" lvl="0" indent="0" algn="ctr" rtl="0">
                        <a:spcBef>
                          <a:spcPts val="0"/>
                        </a:spcBef>
                        <a:spcAft>
                          <a:spcPts val="0"/>
                        </a:spcAft>
                        <a:buNone/>
                      </a:pPr>
                      <a:r>
                        <a:rPr lang="ru" sz="1100" b="1" dirty="0">
                          <a:solidFill>
                            <a:schemeClr val="bg1">
                              <a:lumMod val="50000"/>
                            </a:schemeClr>
                          </a:solidFill>
                          <a:latin typeface="+mj-lt"/>
                          <a:ea typeface="Montserrat"/>
                          <a:cs typeface="Montserrat"/>
                          <a:sym typeface="Montserrat"/>
                        </a:rPr>
                        <a:t>ПОКАЗАТЕЛЬ</a:t>
                      </a:r>
                      <a:endParaRPr sz="1100" b="1" dirty="0">
                        <a:solidFill>
                          <a:schemeClr val="bg1">
                            <a:lumMod val="50000"/>
                          </a:schemeClr>
                        </a:solidFill>
                        <a:latin typeface="+mj-lt"/>
                        <a:ea typeface="Montserrat"/>
                        <a:cs typeface="Montserrat"/>
                        <a:sym typeface="Montserrat"/>
                      </a:endParaRPr>
                    </a:p>
                  </a:txBody>
                  <a:tcPr marL="125333" marR="125333" marT="62667" marB="62667">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hMerge="1">
                  <a:txBody>
                    <a:bodyPr/>
                    <a:lstStyle/>
                    <a:p>
                      <a:endParaRPr lang="ru-RU"/>
                    </a:p>
                  </a:txBody>
                  <a:tcPr/>
                </a:tc>
                <a:tc gridSpan="2">
                  <a:txBody>
                    <a:bodyPr/>
                    <a:lstStyle/>
                    <a:p>
                      <a:pPr marL="0" lvl="0" indent="0" algn="ctr" rtl="0">
                        <a:spcBef>
                          <a:spcPts val="0"/>
                        </a:spcBef>
                        <a:spcAft>
                          <a:spcPts val="0"/>
                        </a:spcAft>
                        <a:buNone/>
                      </a:pPr>
                      <a:r>
                        <a:rPr lang="ru" sz="1100" b="1" dirty="0">
                          <a:solidFill>
                            <a:srgbClr val="1F497D"/>
                          </a:solidFill>
                          <a:latin typeface="+mj-lt"/>
                          <a:ea typeface="Montserrat"/>
                          <a:cs typeface="Montserrat"/>
                          <a:sym typeface="Montserrat"/>
                        </a:rPr>
                        <a:t>ПОКАЗАТЕЛЬ</a:t>
                      </a:r>
                      <a:endParaRPr sz="1100" b="1" dirty="0">
                        <a:solidFill>
                          <a:srgbClr val="1F497D"/>
                        </a:solidFill>
                        <a:latin typeface="+mj-lt"/>
                        <a:ea typeface="Montserrat"/>
                        <a:cs typeface="Montserrat"/>
                        <a:sym typeface="Montserrat"/>
                      </a:endParaRPr>
                    </a:p>
                  </a:txBody>
                  <a:tcPr marL="125333" marR="125333" marT="62667" marB="62667">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hMerge="1">
                  <a:txBody>
                    <a:bodyPr/>
                    <a:lstStyle/>
                    <a:p>
                      <a:endParaRPr lang="ru-RU"/>
                    </a:p>
                  </a:txBody>
                  <a:tcPr/>
                </a:tc>
                <a:extLst>
                  <a:ext uri="{0D108BD9-81ED-4DB2-BD59-A6C34878D82A}">
                    <a16:rowId xmlns:a16="http://schemas.microsoft.com/office/drawing/2014/main" val="10000"/>
                  </a:ext>
                </a:extLst>
              </a:tr>
              <a:tr h="453976">
                <a:tc vMerge="1">
                  <a:txBody>
                    <a:bodyPr/>
                    <a:lstStyle/>
                    <a:p>
                      <a:endParaRPr lang="ru-RU"/>
                    </a:p>
                  </a:txBody>
                  <a:tcPr/>
                </a:tc>
                <a:tc vMerge="1">
                  <a:txBody>
                    <a:bodyPr/>
                    <a:lstStyle/>
                    <a:p>
                      <a:endParaRPr lang="ru-RU"/>
                    </a:p>
                  </a:txBody>
                  <a:tcPr/>
                </a:tc>
                <a:tc>
                  <a:txBody>
                    <a:bodyPr/>
                    <a:lstStyle/>
                    <a:p>
                      <a:pPr marL="0" lvl="0" indent="0" algn="ctr" rtl="0">
                        <a:spcBef>
                          <a:spcPts val="0"/>
                        </a:spcBef>
                        <a:spcAft>
                          <a:spcPts val="0"/>
                        </a:spcAft>
                        <a:buNone/>
                      </a:pPr>
                      <a:r>
                        <a:rPr lang="ru" sz="800" b="1" dirty="0">
                          <a:latin typeface="+mj-lt"/>
                          <a:ea typeface="Montserrat"/>
                          <a:cs typeface="Montserrat"/>
                          <a:sym typeface="Montserrat"/>
                        </a:rPr>
                        <a:t>хххх</a:t>
                      </a:r>
                      <a:endParaRPr sz="8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800" b="1" dirty="0">
                          <a:solidFill>
                            <a:schemeClr val="dk1"/>
                          </a:solidFill>
                          <a:latin typeface="+mj-lt"/>
                          <a:ea typeface="Montserrat"/>
                          <a:cs typeface="Montserrat"/>
                          <a:sym typeface="Montserrat"/>
                        </a:rPr>
                        <a:t>хххх</a:t>
                      </a:r>
                      <a:endParaRPr sz="800" b="1" dirty="0">
                        <a:solidFill>
                          <a:schemeClr val="dk1"/>
                        </a:solidFill>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Clr>
                          <a:schemeClr val="dk1"/>
                        </a:buClr>
                        <a:buSzPts val="1100"/>
                        <a:buFont typeface="Arial"/>
                        <a:buNone/>
                      </a:pPr>
                      <a:r>
                        <a:rPr lang="ru" sz="800" b="1" dirty="0">
                          <a:solidFill>
                            <a:schemeClr val="dk1"/>
                          </a:solidFill>
                          <a:latin typeface="+mj-lt"/>
                          <a:ea typeface="Montserrat"/>
                          <a:cs typeface="Montserrat"/>
                          <a:sym typeface="Montserrat"/>
                        </a:rPr>
                        <a:t>хххх</a:t>
                      </a:r>
                      <a:endParaRPr sz="8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Clr>
                          <a:schemeClr val="dk1"/>
                        </a:buClr>
                        <a:buSzPts val="1100"/>
                        <a:buFont typeface="Arial"/>
                        <a:buNone/>
                      </a:pPr>
                      <a:r>
                        <a:rPr lang="ru" sz="800" b="1" dirty="0">
                          <a:solidFill>
                            <a:schemeClr val="dk1"/>
                          </a:solidFill>
                          <a:latin typeface="+mj-lt"/>
                          <a:ea typeface="Montserrat"/>
                          <a:cs typeface="Montserrat"/>
                          <a:sym typeface="Montserrat"/>
                        </a:rPr>
                        <a:t>хххх</a:t>
                      </a:r>
                      <a:endParaRPr sz="1100" dirty="0">
                        <a:solidFill>
                          <a:schemeClr val="dk1"/>
                        </a:solidFill>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ru" sz="800" b="1" dirty="0">
                          <a:solidFill>
                            <a:schemeClr val="dk1"/>
                          </a:solidFill>
                          <a:latin typeface="+mj-lt"/>
                          <a:ea typeface="Montserrat"/>
                          <a:cs typeface="Montserrat"/>
                          <a:sym typeface="Montserrat"/>
                        </a:rPr>
                        <a:t>хххх</a:t>
                      </a:r>
                      <a:endParaRPr sz="1100" dirty="0">
                        <a:solidFill>
                          <a:schemeClr val="dk1"/>
                        </a:solidFill>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1"/>
                  </a:ext>
                </a:extLst>
              </a:tr>
              <a:tr h="359583">
                <a:tc>
                  <a:txBody>
                    <a:bodyPr/>
                    <a:lstStyle/>
                    <a:p>
                      <a:pPr marL="0" marR="0" lvl="0" indent="0" algn="l" rtl="0">
                        <a:lnSpc>
                          <a:spcPct val="100000"/>
                        </a:lnSpc>
                        <a:spcBef>
                          <a:spcPts val="0"/>
                        </a:spcBef>
                        <a:spcAft>
                          <a:spcPts val="0"/>
                        </a:spcAft>
                        <a:buNone/>
                      </a:pPr>
                      <a:r>
                        <a:rPr lang="ru" sz="1100">
                          <a:latin typeface="+mj-lt"/>
                          <a:ea typeface="Montserrat"/>
                          <a:cs typeface="Montserrat"/>
                          <a:sym typeface="Montserrat"/>
                        </a:rPr>
                        <a:t>1</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2"/>
                  </a:ext>
                </a:extLst>
              </a:tr>
              <a:tr h="374889">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2</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1">
                        <a:lumMod val="20000"/>
                        <a:lumOff val="80000"/>
                      </a:schemeClr>
                    </a:solidFill>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1">
                        <a:lumMod val="20000"/>
                        <a:lumOff val="80000"/>
                      </a:schemeClr>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1">
                        <a:lumMod val="20000"/>
                        <a:lumOff val="80000"/>
                      </a:schemeClr>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1">
                        <a:lumMod val="20000"/>
                        <a:lumOff val="80000"/>
                      </a:schemeClr>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1">
                        <a:lumMod val="20000"/>
                        <a:lumOff val="80000"/>
                      </a:schemeClr>
                    </a:solidFill>
                  </a:tcPr>
                </a:tc>
                <a:extLst>
                  <a:ext uri="{0D108BD9-81ED-4DB2-BD59-A6C34878D82A}">
                    <a16:rowId xmlns:a16="http://schemas.microsoft.com/office/drawing/2014/main" val="10003"/>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3</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2">
                        <a:lumMod val="20000"/>
                        <a:lumOff val="80000"/>
                      </a:schemeClr>
                    </a:solidFill>
                  </a:tcPr>
                </a:tc>
                <a:extLst>
                  <a:ext uri="{0D108BD9-81ED-4DB2-BD59-A6C34878D82A}">
                    <a16:rowId xmlns:a16="http://schemas.microsoft.com/office/drawing/2014/main" val="10004"/>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4 </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5"/>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5</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BFBFBF"/>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r>
                        <a:rPr lang="ru" sz="1200" dirty="0">
                          <a:latin typeface="+mj-l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6"/>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6</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r>
                        <a:rPr lang="ru" sz="1200" dirty="0">
                          <a:latin typeface="+mj-l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7"/>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7</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3"/>
                            </a:ext>
                          </a:extLs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chemeClr val="accent3">
                        <a:lumMod val="40000"/>
                        <a:lumOff val="60000"/>
                      </a:schemeClr>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8"/>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8</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09"/>
                  </a:ext>
                </a:extLst>
              </a:tr>
              <a:tr h="359583">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9</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RU" sz="1100" dirty="0">
                          <a:latin typeface="+mj-lt"/>
                          <a:ea typeface="Montserrat"/>
                          <a:cs typeface="Montserrat"/>
                          <a:sym typeface="Montserrat"/>
                        </a:rPr>
                        <a:t>Текст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r>
                        <a:rPr lang="ru-RU" sz="1100" dirty="0">
                          <a:latin typeface="+mj-lt"/>
                          <a:ea typeface="Montserrat"/>
                          <a:cs typeface="Montserrat"/>
                          <a:sym typeface="Montserrat"/>
                        </a:rPr>
                        <a:t> </a:t>
                      </a:r>
                      <a:r>
                        <a:rPr lang="ru-RU" sz="1100" dirty="0" err="1">
                          <a:latin typeface="+mj-lt"/>
                          <a:ea typeface="Montserrat"/>
                          <a:cs typeface="Montserrat"/>
                          <a:sym typeface="Montserrat"/>
                        </a:rPr>
                        <a:t>текст</a:t>
                      </a:r>
                      <a:endParaRPr lang="ru-RU"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10"/>
                  </a:ext>
                </a:extLst>
              </a:tr>
              <a:tr h="597024">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0</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ru" sz="1100" dirty="0">
                          <a:latin typeface="+mj-lt"/>
                          <a:ea typeface="Montserrat"/>
                          <a:cs typeface="Montserrat"/>
                          <a:sym typeface="Montserrat"/>
                        </a:rPr>
                        <a:t>Текст текст текст текст</a:t>
                      </a:r>
                      <a:endParaRPr sz="11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000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b="1" dirty="0">
                          <a:latin typeface="+mj-lt"/>
                          <a:ea typeface="Montserrat"/>
                          <a:cs typeface="Montserrat"/>
                          <a:sym typeface="Montserrat"/>
                        </a:rPr>
                        <a:t>000</a:t>
                      </a:r>
                      <a:endParaRPr sz="1200" b="1"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r>
                        <a:rPr lang="ru" sz="1200" dirty="0">
                          <a:latin typeface="+mj-l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solidFill>
                      <a:srgbClr val="D0CECE"/>
                    </a:solidFill>
                  </a:tcPr>
                </a:tc>
                <a:tc>
                  <a:txBody>
                    <a:bodyPr/>
                    <a:lstStyle/>
                    <a:p>
                      <a:pPr marL="0" lvl="0" indent="0" algn="ctr" rtl="0">
                        <a:spcBef>
                          <a:spcPts val="0"/>
                        </a:spcBef>
                        <a:spcAft>
                          <a:spcPts val="0"/>
                        </a:spcAft>
                        <a:buNone/>
                      </a:pPr>
                      <a:r>
                        <a:rPr lang="ru" sz="1200">
                          <a:latin typeface="+mj-lt"/>
                          <a:ea typeface="Montserrat"/>
                          <a:cs typeface="Montserrat"/>
                          <a:sym typeface="Montserrat"/>
                        </a:rPr>
                        <a:t>0</a:t>
                      </a:r>
                      <a:endParaRPr sz="120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ru" sz="1200" dirty="0">
                          <a:latin typeface="+mj-lt"/>
                          <a:ea typeface="Montserrat"/>
                          <a:cs typeface="Montserrat"/>
                          <a:sym typeface="Montserrat"/>
                        </a:rPr>
                        <a:t>0%</a:t>
                      </a:r>
                      <a:endParaRPr sz="1200" dirty="0">
                        <a:latin typeface="+mj-lt"/>
                        <a:ea typeface="Montserrat"/>
                        <a:cs typeface="Montserrat"/>
                        <a:sym typeface="Montserrat"/>
                      </a:endParaRPr>
                    </a:p>
                  </a:txBody>
                  <a:tcPr marL="24672" marR="24672" marT="24672" marB="24672">
                    <a:lnL w="9525" cap="flat" cmpd="sng">
                      <a:solidFill>
                        <a:srgbClr val="888888">
                          <a:alpha val="0"/>
                        </a:srgbClr>
                      </a:solidFill>
                      <a:prstDash val="solid"/>
                      <a:round/>
                      <a:headEnd type="none" w="sm" len="sm"/>
                      <a:tailEnd type="none" w="sm" len="sm"/>
                    </a:lnL>
                    <a:lnR w="9525" cap="flat" cmpd="sng">
                      <a:solidFill>
                        <a:srgbClr val="888888">
                          <a:alpha val="0"/>
                        </a:srgbClr>
                      </a:solidFill>
                      <a:prstDash val="solid"/>
                      <a:round/>
                      <a:headEnd type="none" w="sm" len="sm"/>
                      <a:tailEnd type="none" w="sm" len="sm"/>
                    </a:lnR>
                    <a:lnT w="9525" cap="flat" cmpd="sng">
                      <a:solidFill>
                        <a:srgbClr val="888888">
                          <a:alpha val="0"/>
                        </a:srgbClr>
                      </a:solidFill>
                      <a:prstDash val="solid"/>
                      <a:round/>
                      <a:headEnd type="none" w="sm" len="sm"/>
                      <a:tailEnd type="none" w="sm" len="sm"/>
                    </a:lnT>
                    <a:lnB w="9525" cap="flat" cmpd="sng">
                      <a:solidFill>
                        <a:srgbClr val="888888">
                          <a:alpha val="0"/>
                        </a:srgbClr>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2630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Google Shape;67;p15">
            <a:extLst>
              <a:ext uri="{FF2B5EF4-FFF2-40B4-BE49-F238E27FC236}">
                <a16:creationId xmlns:a16="http://schemas.microsoft.com/office/drawing/2014/main" id="{F7A7D2F8-0558-4759-BF95-29873D5E61F9}"/>
              </a:ext>
            </a:extLst>
          </p:cNvPr>
          <p:cNvSpPr txBox="1"/>
          <p:nvPr/>
        </p:nvSpPr>
        <p:spPr>
          <a:xfrm>
            <a:off x="275576" y="214114"/>
            <a:ext cx="5744648" cy="73863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ru-RU" sz="1600" i="0" u="none" strike="noStrike" cap="none" dirty="0">
                <a:solidFill>
                  <a:schemeClr val="dk1"/>
                </a:solidFill>
                <a:latin typeface="+mj-lt"/>
                <a:ea typeface="Montserrat Light"/>
                <a:cs typeface="Montserrat Light"/>
                <a:sym typeface="Montserrat Light"/>
              </a:rPr>
              <a:t>ЗАГОЛОВОК </a:t>
            </a:r>
            <a:endParaRPr sz="1600" i="0" u="none" strike="noStrike" cap="none" dirty="0">
              <a:solidFill>
                <a:schemeClr val="dk1"/>
              </a:solidFill>
              <a:latin typeface="+mj-lt"/>
              <a:ea typeface="Montserrat Light"/>
              <a:cs typeface="Montserrat Light"/>
              <a:sym typeface="Montserrat Light"/>
            </a:endParaRPr>
          </a:p>
          <a:p>
            <a:pPr marL="0" marR="0" lvl="0" indent="0" algn="l" rtl="0">
              <a:lnSpc>
                <a:spcPct val="100000"/>
              </a:lnSpc>
              <a:spcBef>
                <a:spcPts val="0"/>
              </a:spcBef>
              <a:spcAft>
                <a:spcPts val="0"/>
              </a:spcAft>
              <a:buClr>
                <a:srgbClr val="000000"/>
              </a:buClr>
              <a:buSzPts val="1900"/>
              <a:buFont typeface="Arial"/>
              <a:buNone/>
            </a:pPr>
            <a:r>
              <a:rPr lang="ru" sz="2000" b="1" i="0" u="none" strike="noStrike" cap="none" dirty="0">
                <a:solidFill>
                  <a:schemeClr val="dk1"/>
                </a:solidFill>
                <a:latin typeface="+mj-lt"/>
                <a:ea typeface="Montserrat Medium"/>
                <a:cs typeface="Montserrat Medium"/>
                <a:sym typeface="Montserrat Medium"/>
              </a:rPr>
              <a:t>ЗАГОЛОВОК ОСНОВНАЯ МЫСЛЬ</a:t>
            </a:r>
            <a:endParaRPr sz="2000" b="1" i="0" u="none" strike="noStrike" cap="none" dirty="0">
              <a:solidFill>
                <a:schemeClr val="dk1"/>
              </a:solidFill>
              <a:latin typeface="+mj-lt"/>
              <a:ea typeface="Montserrat Medium"/>
              <a:cs typeface="Montserrat Medium"/>
              <a:sym typeface="Montserrat Medium"/>
            </a:endParaRPr>
          </a:p>
        </p:txBody>
      </p:sp>
      <p:sp>
        <p:nvSpPr>
          <p:cNvPr id="94" name="Google Shape;106;p15">
            <a:extLst>
              <a:ext uri="{FF2B5EF4-FFF2-40B4-BE49-F238E27FC236}">
                <a16:creationId xmlns:a16="http://schemas.microsoft.com/office/drawing/2014/main" id="{7CA0FB56-3A6F-44A5-8D9A-8B90ADEDC3A3}"/>
              </a:ext>
            </a:extLst>
          </p:cNvPr>
          <p:cNvSpPr txBox="1">
            <a:spLocks/>
          </p:cNvSpPr>
          <p:nvPr/>
        </p:nvSpPr>
        <p:spPr>
          <a:xfrm>
            <a:off x="11869963" y="6481143"/>
            <a:ext cx="309233" cy="376858"/>
          </a:xfrm>
          <a:prstGeom prst="rect">
            <a:avLst/>
          </a:prstGeom>
          <a:noFill/>
          <a:ln>
            <a:noFill/>
          </a:ln>
        </p:spPr>
        <p:txBody>
          <a:bodyPr spcFirstLastPara="1" wrap="square" lIns="72850" tIns="36425" rIns="72850" bIns="36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2C99D833-E6EB-48ED-BF68-5E3F3F1E2E6A}" type="slidenum">
              <a:rPr lang="ru" sz="1000" smtClean="0">
                <a:latin typeface="+mj-lt"/>
                <a:ea typeface="Montserrat"/>
                <a:cs typeface="Montserrat"/>
                <a:sym typeface="Montserrat"/>
              </a:rPr>
              <a:pPr/>
              <a:t>12</a:t>
            </a:fld>
            <a:endParaRPr lang="ru" sz="1000" dirty="0">
              <a:latin typeface="+mj-lt"/>
              <a:ea typeface="Montserrat"/>
              <a:cs typeface="Montserrat"/>
              <a:sym typeface="Montserrat"/>
            </a:endParaRPr>
          </a:p>
        </p:txBody>
      </p:sp>
      <p:graphicFrame>
        <p:nvGraphicFramePr>
          <p:cNvPr id="5" name="Google Shape;333;p7">
            <a:extLst>
              <a:ext uri="{FF2B5EF4-FFF2-40B4-BE49-F238E27FC236}">
                <a16:creationId xmlns:a16="http://schemas.microsoft.com/office/drawing/2014/main" id="{5080BC62-C6DC-40BE-B2F0-0014CEF1FDBA}"/>
              </a:ext>
            </a:extLst>
          </p:cNvPr>
          <p:cNvGraphicFramePr/>
          <p:nvPr>
            <p:extLst>
              <p:ext uri="{D42A27DB-BD31-4B8C-83A1-F6EECF244321}">
                <p14:modId xmlns:p14="http://schemas.microsoft.com/office/powerpoint/2010/main" val="2533619200"/>
              </p:ext>
            </p:extLst>
          </p:nvPr>
        </p:nvGraphicFramePr>
        <p:xfrm>
          <a:off x="396241" y="1092413"/>
          <a:ext cx="11440160" cy="5397288"/>
        </p:xfrm>
        <a:graphic>
          <a:graphicData uri="http://schemas.openxmlformats.org/drawingml/2006/table">
            <a:tbl>
              <a:tblPr>
                <a:noFill/>
              </a:tblPr>
              <a:tblGrid>
                <a:gridCol w="662465">
                  <a:extLst>
                    <a:ext uri="{9D8B030D-6E8A-4147-A177-3AD203B41FA5}">
                      <a16:colId xmlns:a16="http://schemas.microsoft.com/office/drawing/2014/main" val="20000"/>
                    </a:ext>
                  </a:extLst>
                </a:gridCol>
                <a:gridCol w="6584456">
                  <a:extLst>
                    <a:ext uri="{9D8B030D-6E8A-4147-A177-3AD203B41FA5}">
                      <a16:colId xmlns:a16="http://schemas.microsoft.com/office/drawing/2014/main" val="20001"/>
                    </a:ext>
                  </a:extLst>
                </a:gridCol>
                <a:gridCol w="1562827">
                  <a:extLst>
                    <a:ext uri="{9D8B030D-6E8A-4147-A177-3AD203B41FA5}">
                      <a16:colId xmlns:a16="http://schemas.microsoft.com/office/drawing/2014/main" val="20002"/>
                    </a:ext>
                  </a:extLst>
                </a:gridCol>
                <a:gridCol w="1595413">
                  <a:extLst>
                    <a:ext uri="{9D8B030D-6E8A-4147-A177-3AD203B41FA5}">
                      <a16:colId xmlns:a16="http://schemas.microsoft.com/office/drawing/2014/main" val="20003"/>
                    </a:ext>
                  </a:extLst>
                </a:gridCol>
                <a:gridCol w="1034999">
                  <a:extLst>
                    <a:ext uri="{9D8B030D-6E8A-4147-A177-3AD203B41FA5}">
                      <a16:colId xmlns:a16="http://schemas.microsoft.com/office/drawing/2014/main" val="20004"/>
                    </a:ext>
                  </a:extLst>
                </a:gridCol>
              </a:tblGrid>
              <a:tr h="385805">
                <a:tc>
                  <a:txBody>
                    <a:bodyPr/>
                    <a:lstStyle/>
                    <a:p>
                      <a:pPr marL="0" marR="0" lvl="0" indent="0" algn="ctr" rtl="0">
                        <a:lnSpc>
                          <a:spcPct val="107916"/>
                        </a:lnSpc>
                        <a:spcBef>
                          <a:spcPts val="0"/>
                        </a:spcBef>
                        <a:spcAft>
                          <a:spcPts val="0"/>
                        </a:spcAft>
                        <a:buClr>
                          <a:srgbClr val="000000"/>
                        </a:buClr>
                        <a:buSzPts val="800"/>
                        <a:buFont typeface="Arial"/>
                        <a:buNone/>
                      </a:pPr>
                      <a:r>
                        <a:rPr lang="ru" sz="1050" b="1" i="0" u="none" strike="noStrike" cap="none" dirty="0">
                          <a:solidFill>
                            <a:srgbClr val="000000"/>
                          </a:solidFill>
                          <a:latin typeface="Roboto"/>
                          <a:ea typeface="Roboto"/>
                          <a:cs typeface="Roboto"/>
                          <a:sym typeface="Roboto"/>
                        </a:rPr>
                        <a:t>№</a:t>
                      </a:r>
                      <a:endParaRPr sz="1050" b="1" i="0" u="none" strike="noStrike" cap="none" dirty="0">
                        <a:solidFill>
                          <a:srgbClr val="000000"/>
                        </a:solidFill>
                        <a:latin typeface="Roboto"/>
                        <a:ea typeface="Roboto"/>
                        <a:cs typeface="Roboto"/>
                        <a:sym typeface="Roboto"/>
                      </a:endParaRPr>
                    </a:p>
                  </a:txBody>
                  <a:tcPr marL="54775" marR="547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noFill/>
                      <a:prstDash val="solid"/>
                      <a:round/>
                      <a:headEnd type="none" w="sm" len="sm"/>
                      <a:tailEnd type="none" w="sm" len="sm"/>
                    </a:lnB>
                    <a:solidFill>
                      <a:schemeClr val="lt1"/>
                    </a:solidFill>
                  </a:tcPr>
                </a:tc>
                <a:tc>
                  <a:txBody>
                    <a:bodyPr/>
                    <a:lstStyle/>
                    <a:p>
                      <a:pPr marL="0" marR="0" lvl="0" indent="0" algn="l" rtl="0">
                        <a:lnSpc>
                          <a:spcPct val="107916"/>
                        </a:lnSpc>
                        <a:spcBef>
                          <a:spcPts val="0"/>
                        </a:spcBef>
                        <a:spcAft>
                          <a:spcPts val="0"/>
                        </a:spcAft>
                        <a:buClr>
                          <a:srgbClr val="000000"/>
                        </a:buClr>
                        <a:buSzPts val="800"/>
                        <a:buFont typeface="Arial"/>
                        <a:buNone/>
                      </a:pPr>
                      <a:r>
                        <a:rPr lang="ru" sz="1050" b="1" i="0" u="none" strike="noStrike" cap="none" dirty="0">
                          <a:solidFill>
                            <a:srgbClr val="000000"/>
                          </a:solidFill>
                          <a:latin typeface="Roboto"/>
                          <a:ea typeface="Roboto"/>
                          <a:cs typeface="Roboto"/>
                          <a:sym typeface="Roboto"/>
                        </a:rPr>
                        <a:t>НАИМЕНОВАНИЕ ПОКАЗАТЕЛЯ</a:t>
                      </a:r>
                      <a:endParaRPr sz="1050" b="1" i="0" u="none" strike="noStrike" cap="none" dirty="0">
                        <a:solidFill>
                          <a:srgbClr val="000000"/>
                        </a:solidFill>
                        <a:latin typeface="Roboto"/>
                        <a:ea typeface="Roboto"/>
                        <a:cs typeface="Roboto"/>
                        <a:sym typeface="Roboto"/>
                      </a:endParaRPr>
                    </a:p>
                  </a:txBody>
                  <a:tcPr marL="54775" marR="547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noFill/>
                      <a:prstDash val="solid"/>
                      <a:round/>
                      <a:headEnd type="none" w="sm" len="sm"/>
                      <a:tailEnd type="none" w="sm" len="sm"/>
                    </a:lnB>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1" i="0" u="none" strike="noStrike" cap="none" dirty="0">
                          <a:solidFill>
                            <a:srgbClr val="000000"/>
                          </a:solidFill>
                          <a:latin typeface="Roboto"/>
                          <a:ea typeface="Roboto"/>
                          <a:cs typeface="Roboto"/>
                          <a:sym typeface="Roboto"/>
                        </a:rPr>
                        <a:t>ЕД. ИЗМЕРЕНИЯ</a:t>
                      </a:r>
                      <a:endParaRPr sz="1050" b="1" i="0" u="none" strike="noStrike" cap="none" dirty="0">
                        <a:solidFill>
                          <a:srgbClr val="000000"/>
                        </a:solidFill>
                        <a:latin typeface="Roboto"/>
                        <a:ea typeface="Roboto"/>
                        <a:cs typeface="Roboto"/>
                        <a:sym typeface="Roboto"/>
                      </a:endParaRPr>
                    </a:p>
                  </a:txBody>
                  <a:tcPr marL="54775" marR="547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noFill/>
                      <a:prstDash val="solid"/>
                      <a:round/>
                      <a:headEnd type="none" w="sm" len="sm"/>
                      <a:tailEnd type="none" w="sm" len="sm"/>
                    </a:lnB>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RU" sz="1050" b="1" i="0" u="none" strike="noStrike" cap="none" dirty="0">
                          <a:solidFill>
                            <a:srgbClr val="000000"/>
                          </a:solidFill>
                          <a:latin typeface="Roboto"/>
                          <a:ea typeface="Roboto"/>
                          <a:cs typeface="Roboto"/>
                          <a:sym typeface="Roboto"/>
                        </a:rPr>
                        <a:t>ДАТА</a:t>
                      </a:r>
                      <a:endParaRPr sz="1050" b="1" dirty="0">
                        <a:latin typeface="Roboto"/>
                        <a:ea typeface="Roboto"/>
                        <a:cs typeface="Roboto"/>
                        <a:sym typeface="Roboto"/>
                      </a:endParaRPr>
                    </a:p>
                  </a:txBody>
                  <a:tcPr marL="54775" marR="547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noFill/>
                      <a:prstDash val="solid"/>
                      <a:round/>
                      <a:headEnd type="none" w="sm" len="sm"/>
                      <a:tailEnd type="none" w="sm" len="sm"/>
                    </a:lnB>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RU" sz="1050" b="1" dirty="0">
                          <a:solidFill>
                            <a:srgbClr val="041A72"/>
                          </a:solidFill>
                          <a:latin typeface="Roboto"/>
                          <a:ea typeface="Roboto"/>
                          <a:cs typeface="Roboto"/>
                          <a:sym typeface="Roboto"/>
                        </a:rPr>
                        <a:t>ДАТА</a:t>
                      </a:r>
                      <a:endParaRPr sz="1050" b="1" dirty="0">
                        <a:solidFill>
                          <a:srgbClr val="041A72"/>
                        </a:solidFill>
                        <a:latin typeface="Roboto"/>
                        <a:ea typeface="Roboto"/>
                        <a:cs typeface="Roboto"/>
                        <a:sym typeface="Roboto"/>
                      </a:endParaRPr>
                    </a:p>
                  </a:txBody>
                  <a:tcPr marL="54775" marR="54775"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no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2539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1</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r>
                        <a:rPr lang="ru-RU" sz="1000" b="0" i="0" u="none" strike="noStrike" cap="none" dirty="0">
                          <a:solidFill>
                            <a:srgbClr val="000000"/>
                          </a:solidFill>
                          <a:latin typeface="Roboto"/>
                          <a:ea typeface="Roboto"/>
                          <a:cs typeface="Roboto"/>
                          <a:sym typeface="Roboto"/>
                        </a:rPr>
                        <a:t> </a:t>
                      </a:r>
                      <a:r>
                        <a:rPr lang="ru-RU" sz="1000" b="0" i="0" u="none" strike="noStrike" cap="none" dirty="0" err="1">
                          <a:solidFill>
                            <a:srgbClr val="000000"/>
                          </a:solidFill>
                          <a:latin typeface="Roboto"/>
                          <a:ea typeface="Roboto"/>
                          <a:cs typeface="Roboto"/>
                          <a:sym typeface="Roboto"/>
                        </a:rPr>
                        <a:t>Текст</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единица</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extLst>
                  <a:ext uri="{0D108BD9-81ED-4DB2-BD59-A6C34878D82A}">
                    <a16:rowId xmlns:a16="http://schemas.microsoft.com/office/drawing/2014/main" val="10001"/>
                  </a:ext>
                </a:extLst>
              </a:tr>
              <a:tr h="54564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2</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r>
                        <a:rPr lang="ru-RU" sz="1000" b="0" i="0" u="none" strike="noStrike" cap="none" dirty="0">
                          <a:solidFill>
                            <a:srgbClr val="000000"/>
                          </a:solidFill>
                          <a:latin typeface="Roboto"/>
                          <a:ea typeface="Roboto"/>
                          <a:cs typeface="Roboto"/>
                          <a:sym typeface="Roboto"/>
                        </a:rPr>
                        <a:t>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единица</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54564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3</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r>
                        <a:rPr lang="ru-RU" sz="1000" b="0" i="0" u="none" strike="noStrike" cap="none" dirty="0">
                          <a:solidFill>
                            <a:srgbClr val="000000"/>
                          </a:solidFill>
                          <a:latin typeface="Roboto"/>
                          <a:ea typeface="Roboto"/>
                          <a:cs typeface="Roboto"/>
                          <a:sym typeface="Roboto"/>
                        </a:rPr>
                        <a:t>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тыс.руб.</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u="none" strike="noStrike" cap="none" dirty="0">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extLst>
                  <a:ext uri="{0D108BD9-81ED-4DB2-BD59-A6C34878D82A}">
                    <a16:rowId xmlns:a16="http://schemas.microsoft.com/office/drawing/2014/main" val="10003"/>
                  </a:ext>
                </a:extLst>
              </a:tr>
              <a:tr h="872982">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4</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lang="ru-RU" sz="1000" b="0" i="0" u="none" strike="noStrike" cap="none" dirty="0">
                          <a:solidFill>
                            <a:srgbClr val="000000"/>
                          </a:solidFill>
                          <a:latin typeface="Roboto"/>
                          <a:ea typeface="Roboto"/>
                          <a:cs typeface="Roboto"/>
                          <a:sym typeface="Roboto"/>
                        </a:rPr>
                        <a:t>Текст </a:t>
                      </a:r>
                      <a:r>
                        <a:rPr lang="ru-RU" sz="1000" b="0" i="0" u="none" strike="noStrike" cap="none" dirty="0" err="1">
                          <a:solidFill>
                            <a:srgbClr val="000000"/>
                          </a:solidFill>
                          <a:latin typeface="Roboto"/>
                          <a:ea typeface="Roboto"/>
                          <a:cs typeface="Roboto"/>
                          <a:sym typeface="Roboto"/>
                        </a:rPr>
                        <a:t>Текст</a:t>
                      </a:r>
                      <a:r>
                        <a:rPr lang="ru-RU" sz="1000" b="0" i="0" u="none" strike="noStrike" cap="none" dirty="0">
                          <a:solidFill>
                            <a:srgbClr val="000000"/>
                          </a:solidFill>
                          <a:latin typeface="Roboto"/>
                          <a:ea typeface="Roboto"/>
                          <a:cs typeface="Roboto"/>
                          <a:sym typeface="Roboto"/>
                        </a:rPr>
                        <a:t> </a:t>
                      </a:r>
                      <a:r>
                        <a:rPr lang="ru-RU" sz="1000" b="0" i="0" u="none" strike="noStrike" cap="none" dirty="0" err="1">
                          <a:solidFill>
                            <a:srgbClr val="000000"/>
                          </a:solidFill>
                          <a:latin typeface="Roboto"/>
                          <a:ea typeface="Roboto"/>
                          <a:cs typeface="Roboto"/>
                          <a:sym typeface="Roboto"/>
                        </a:rPr>
                        <a:t>Текст</a:t>
                      </a:r>
                      <a:endParaRPr lang="ru-RU"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тыс.руб.</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62539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5</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процент</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extLst>
                  <a:ext uri="{0D108BD9-81ED-4DB2-BD59-A6C34878D82A}">
                    <a16:rowId xmlns:a16="http://schemas.microsoft.com/office/drawing/2014/main" val="10005"/>
                  </a:ext>
                </a:extLst>
              </a:tr>
              <a:tr h="54564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6</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процент</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62539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7</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процент</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u="none" strike="noStrike" cap="none" dirty="0">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dirty="0">
                          <a:solidFill>
                            <a:srgbClr val="041A72"/>
                          </a:solidFill>
                          <a:latin typeface="Roboto"/>
                          <a:ea typeface="Roboto"/>
                          <a:cs typeface="Roboto"/>
                          <a:sym typeface="Roboto"/>
                        </a:rPr>
                        <a:t>0</a:t>
                      </a:r>
                      <a:endParaRPr sz="1400" b="1"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E9F0F7"/>
                    </a:solidFill>
                  </a:tcPr>
                </a:tc>
                <a:extLst>
                  <a:ext uri="{0D108BD9-81ED-4DB2-BD59-A6C34878D82A}">
                    <a16:rowId xmlns:a16="http://schemas.microsoft.com/office/drawing/2014/main" val="10007"/>
                  </a:ext>
                </a:extLst>
              </a:tr>
              <a:tr h="625393">
                <a:tc>
                  <a:txBody>
                    <a:bodyPr/>
                    <a:lstStyle/>
                    <a:p>
                      <a:pPr marL="0" marR="0" lvl="0" indent="0" algn="ctr" rtl="0">
                        <a:lnSpc>
                          <a:spcPct val="107916"/>
                        </a:lnSpc>
                        <a:spcBef>
                          <a:spcPts val="0"/>
                        </a:spcBef>
                        <a:spcAft>
                          <a:spcPts val="0"/>
                        </a:spcAft>
                        <a:buClr>
                          <a:srgbClr val="000000"/>
                        </a:buClr>
                        <a:buSzPts val="800"/>
                        <a:buFont typeface="Arial"/>
                        <a:buNone/>
                      </a:pPr>
                      <a:r>
                        <a:rPr lang="ru" sz="1000" b="0" i="0" u="none" strike="noStrike" cap="none" dirty="0">
                          <a:solidFill>
                            <a:srgbClr val="000000"/>
                          </a:solidFill>
                          <a:latin typeface="Roboto"/>
                          <a:ea typeface="Roboto"/>
                          <a:cs typeface="Roboto"/>
                          <a:sym typeface="Roboto"/>
                        </a:rPr>
                        <a:t>8</a:t>
                      </a:r>
                      <a:endParaRPr sz="10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p>
                      <a:pPr marL="0" marR="0" lvl="0" indent="0" algn="l" defTabSz="914400" rtl="0" eaLnBrk="1" fontAlgn="auto" latinLnBrk="0" hangingPunct="1">
                        <a:lnSpc>
                          <a:spcPct val="107916"/>
                        </a:lnSpc>
                        <a:spcBef>
                          <a:spcPts val="0"/>
                        </a:spcBef>
                        <a:spcAft>
                          <a:spcPts val="0"/>
                        </a:spcAft>
                        <a:buClr>
                          <a:srgbClr val="000000"/>
                        </a:buClr>
                        <a:buSzPts val="800"/>
                        <a:buFont typeface="Arial"/>
                        <a:buNone/>
                        <a:tabLst/>
                        <a:defRPr/>
                      </a:pP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Текст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r>
                        <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rPr>
                        <a:t> </a:t>
                      </a:r>
                      <a:r>
                        <a:rPr kumimoji="0" lang="ru-RU" sz="1000" b="0" i="0" u="none" strike="noStrike" kern="0" cap="none" spc="0" normalizeH="0" baseline="0" noProof="0" dirty="0" err="1">
                          <a:ln>
                            <a:noFill/>
                          </a:ln>
                          <a:solidFill>
                            <a:srgbClr val="000000"/>
                          </a:solidFill>
                          <a:effectLst/>
                          <a:uLnTx/>
                          <a:uFillTx/>
                          <a:latin typeface="Roboto"/>
                          <a:ea typeface="Roboto"/>
                          <a:cs typeface="Roboto"/>
                          <a:sym typeface="Roboto"/>
                        </a:rPr>
                        <a:t>Текст</a:t>
                      </a:r>
                      <a:endParaRPr kumimoji="0" lang="ru-RU" sz="1000" b="0" i="0" u="none" strike="noStrike" kern="0" cap="none" spc="0" normalizeH="0" baseline="0" noProof="0" dirty="0">
                        <a:ln>
                          <a:noFill/>
                        </a:ln>
                        <a:solidFill>
                          <a:srgbClr val="000000"/>
                        </a:solidFill>
                        <a:effectLst/>
                        <a:uLnTx/>
                        <a:uFillTx/>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050" b="0" i="0" u="none" strike="noStrike" cap="none" dirty="0">
                          <a:solidFill>
                            <a:srgbClr val="000000"/>
                          </a:solidFill>
                          <a:latin typeface="Roboto"/>
                          <a:ea typeface="Roboto"/>
                          <a:cs typeface="Roboto"/>
                          <a:sym typeface="Roboto"/>
                        </a:rPr>
                        <a:t>тыс.руб.</a:t>
                      </a:r>
                      <a:endParaRPr sz="105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0" i="0" u="none" strike="noStrike" cap="none" dirty="0">
                          <a:solidFill>
                            <a:srgbClr val="000000"/>
                          </a:solidFill>
                          <a:latin typeface="Roboto"/>
                          <a:ea typeface="Roboto"/>
                          <a:cs typeface="Roboto"/>
                          <a:sym typeface="Roboto"/>
                        </a:rPr>
                        <a:t>0</a:t>
                      </a:r>
                      <a:endParaRPr sz="1400" b="0" i="0" u="none" strike="noStrike" cap="none" dirty="0">
                        <a:solidFill>
                          <a:srgbClr val="000000"/>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7916"/>
                        </a:lnSpc>
                        <a:spcBef>
                          <a:spcPts val="0"/>
                        </a:spcBef>
                        <a:spcAft>
                          <a:spcPts val="0"/>
                        </a:spcAft>
                        <a:buClr>
                          <a:srgbClr val="000000"/>
                        </a:buClr>
                        <a:buSzPts val="800"/>
                        <a:buFont typeface="Arial"/>
                        <a:buNone/>
                      </a:pPr>
                      <a:r>
                        <a:rPr lang="ru" sz="1400" b="1" u="none" strike="noStrike" cap="none" dirty="0">
                          <a:solidFill>
                            <a:srgbClr val="041A72"/>
                          </a:solidFill>
                          <a:latin typeface="Roboto"/>
                          <a:ea typeface="Roboto"/>
                          <a:cs typeface="Roboto"/>
                          <a:sym typeface="Roboto"/>
                        </a:rPr>
                        <a:t>0</a:t>
                      </a:r>
                      <a:endParaRPr sz="1400" b="1" i="0" u="none" strike="noStrike" cap="none" dirty="0">
                        <a:solidFill>
                          <a:srgbClr val="041A72"/>
                        </a:solidFill>
                        <a:latin typeface="Roboto"/>
                        <a:ea typeface="Roboto"/>
                        <a:cs typeface="Roboto"/>
                        <a:sym typeface="Roboto"/>
                      </a:endParaRPr>
                    </a:p>
                  </a:txBody>
                  <a:tcPr marL="54775" marR="54775"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77440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Рисунок 52">
            <a:extLst>
              <a:ext uri="{FF2B5EF4-FFF2-40B4-BE49-F238E27FC236}">
                <a16:creationId xmlns:a16="http://schemas.microsoft.com/office/drawing/2014/main" id="{23B25950-86D2-41AB-997C-781F3B45E8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 y="0"/>
            <a:ext cx="12192002" cy="6858000"/>
          </a:xfrm>
          <a:prstGeom prst="rect">
            <a:avLst/>
          </a:prstGeom>
        </p:spPr>
      </p:pic>
      <p:sp>
        <p:nvSpPr>
          <p:cNvPr id="56" name="Google Shape;154;gb6f6fa0e72_1_0">
            <a:extLst>
              <a:ext uri="{FF2B5EF4-FFF2-40B4-BE49-F238E27FC236}">
                <a16:creationId xmlns:a16="http://schemas.microsoft.com/office/drawing/2014/main" id="{8D821B33-E5C9-4CB2-A886-A929CBF93160}"/>
              </a:ext>
            </a:extLst>
          </p:cNvPr>
          <p:cNvSpPr/>
          <p:nvPr/>
        </p:nvSpPr>
        <p:spPr>
          <a:xfrm rot="5400000">
            <a:off x="3467097" y="-162518"/>
            <a:ext cx="1133475" cy="8067679"/>
          </a:xfrm>
          <a:prstGeom prst="rect">
            <a:avLst/>
          </a:prstGeom>
          <a:solidFill>
            <a:srgbClr val="023A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 name="Прямоугольник 57">
            <a:extLst>
              <a:ext uri="{FF2B5EF4-FFF2-40B4-BE49-F238E27FC236}">
                <a16:creationId xmlns:a16="http://schemas.microsoft.com/office/drawing/2014/main" id="{89755244-E690-4F68-8958-D1125360DB46}"/>
              </a:ext>
            </a:extLst>
          </p:cNvPr>
          <p:cNvSpPr/>
          <p:nvPr/>
        </p:nvSpPr>
        <p:spPr>
          <a:xfrm>
            <a:off x="671127" y="3528785"/>
            <a:ext cx="8730048" cy="646331"/>
          </a:xfrm>
          <a:prstGeom prst="rect">
            <a:avLst/>
          </a:prstGeom>
        </p:spPr>
        <p:txBody>
          <a:bodyPr wrap="square">
            <a:spAutoFit/>
          </a:bodyPr>
          <a:lstStyle/>
          <a:p>
            <a:pPr lvl="0"/>
            <a:r>
              <a:rPr lang="ru-RU" sz="3600" b="1" dirty="0">
                <a:solidFill>
                  <a:schemeClr val="bg1"/>
                </a:solidFill>
                <a:latin typeface="Montserrat" panose="00000500000000000000" pitchFamily="2" charset="-52"/>
                <a:ea typeface="Roboto" pitchFamily="2" charset="0"/>
                <a:sym typeface="Calibri"/>
              </a:rPr>
              <a:t>СПАСИБО ЗА ВНИМАНИЕ!</a:t>
            </a:r>
          </a:p>
        </p:txBody>
      </p:sp>
      <p:pic>
        <p:nvPicPr>
          <p:cNvPr id="3" name="Рисунок 2">
            <a:extLst>
              <a:ext uri="{FF2B5EF4-FFF2-40B4-BE49-F238E27FC236}">
                <a16:creationId xmlns:a16="http://schemas.microsoft.com/office/drawing/2014/main" id="{0BDC8EF9-465A-48F1-9374-C6DBE96FE611}"/>
              </a:ext>
            </a:extLst>
          </p:cNvPr>
          <p:cNvPicPr>
            <a:picLocks noChangeAspect="1"/>
          </p:cNvPicPr>
          <p:nvPr/>
        </p:nvPicPr>
        <p:blipFill>
          <a:blip r:embed="rId3"/>
          <a:stretch>
            <a:fillRect/>
          </a:stretch>
        </p:blipFill>
        <p:spPr>
          <a:xfrm>
            <a:off x="10317436" y="3304583"/>
            <a:ext cx="1358334" cy="843326"/>
          </a:xfrm>
          <a:prstGeom prst="rect">
            <a:avLst/>
          </a:prstGeom>
        </p:spPr>
      </p:pic>
    </p:spTree>
    <p:extLst>
      <p:ext uri="{BB962C8B-B14F-4D97-AF65-F5344CB8AC3E}">
        <p14:creationId xmlns:p14="http://schemas.microsoft.com/office/powerpoint/2010/main" val="1522867694"/>
      </p:ext>
    </p:extLst>
  </p:cSld>
  <p:clrMapOvr>
    <a:masterClrMapping/>
  </p:clrMapOvr>
</p:sld>
</file>

<file path=ppt/theme/theme1.xml><?xml version="1.0" encoding="utf-8"?>
<a:theme xmlns:a="http://schemas.openxmlformats.org/drawingml/2006/main" name="Office Theme">
  <a:themeElements>
    <a:clrScheme name="Стандартная">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Стандартная">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1873</TotalTime>
  <Words>853</Words>
  <Application>Microsoft Office PowerPoint</Application>
  <PresentationFormat>Широкоэкранный</PresentationFormat>
  <Paragraphs>501</Paragraphs>
  <Slides>13</Slides>
  <Notes>4</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13</vt:i4>
      </vt:variant>
    </vt:vector>
  </HeadingPairs>
  <TitlesOfParts>
    <vt:vector size="21" baseType="lpstr">
      <vt:lpstr>Roboto</vt:lpstr>
      <vt:lpstr>Roboto Light</vt:lpstr>
      <vt:lpstr>Montserrat</vt:lpstr>
      <vt:lpstr>Calibri</vt:lpstr>
      <vt:lpstr>Raleway</vt:lpstr>
      <vt:lpstr>Arial</vt:lpstr>
      <vt:lpstr>Office Theme</vt:lpstr>
      <vt:lpstr>1_Office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1 1</dc:creator>
  <cp:lastModifiedBy>~Soня ~Soня</cp:lastModifiedBy>
  <cp:revision>203</cp:revision>
  <dcterms:modified xsi:type="dcterms:W3CDTF">2022-06-06T02:57:49Z</dcterms:modified>
</cp:coreProperties>
</file>